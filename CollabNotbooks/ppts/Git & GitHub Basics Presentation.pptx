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48873" y="2796031"/>
            <a:ext cx="3293744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434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34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34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14450" y="2448306"/>
            <a:ext cx="7545070" cy="5690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434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406" y="103123"/>
            <a:ext cx="13183057" cy="166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434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8237" y="2090737"/>
            <a:ext cx="15211425" cy="7019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61" Type="http://schemas.openxmlformats.org/officeDocument/2006/relationships/image" Target="../media/image60.png"/><Relationship Id="rId19" Type="http://schemas.openxmlformats.org/officeDocument/2006/relationships/image" Target="../media/image1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hyperlink" Target="https://www.w3schools.com/git/default.asp?remote=github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github.com/new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your.email@example.com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ername/repo.gi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ername/reponame.git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vnishverma/lovnishverma/blob/main/push.md" TargetMode="External"/><Relationship Id="rId2" Type="http://schemas.openxmlformats.org/officeDocument/2006/relationships/hyperlink" Target="https://github.com/username/repo.g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vnishverma/lovnishverma/blob/main/pull.md" TargetMode="External"/><Relationship Id="rId2" Type="http://schemas.openxmlformats.org/officeDocument/2006/relationships/hyperlink" Target="https://github.com/username/repo.gi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vnishverma/lovnishverma/blob/main/pull.md#step-5-resolve-merge-conflicts-if-any" TargetMode="Externa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vnishverma/lovnishverma/blob/main/Git%20LFS%20(Large%20File%20Storage).md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ername/demo.git" TargetMode="Externa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jpg"/><Relationship Id="rId4" Type="http://schemas.openxmlformats.org/officeDocument/2006/relationships/image" Target="../media/image89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5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jp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hyperlink" Target="https://guides.github.com/" TargetMode="External"/><Relationship Id="rId7" Type="http://schemas.openxmlformats.org/officeDocument/2006/relationships/hyperlink" Target="http://ndpsoftware.com/git-cheatsheet.html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y.github.io/levels/1/challenges/1" TargetMode="External"/><Relationship Id="rId5" Type="http://schemas.openxmlformats.org/officeDocument/2006/relationships/hyperlink" Target="https://github.com/adam-p/markdown-here/wiki/Markdown-Here-Cheatsheet" TargetMode="External"/><Relationship Id="rId4" Type="http://schemas.openxmlformats.org/officeDocument/2006/relationships/hyperlink" Target="https://training.github.com/kit/%20downloads/github-git-cheat-sheet.pdf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danXP" TargetMode="External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015695" y="846785"/>
            <a:ext cx="4895215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5"/>
              </a:spcBef>
            </a:pPr>
            <a:r>
              <a:rPr sz="3600" spc="95" dirty="0">
                <a:latin typeface="Arial MT"/>
                <a:cs typeface="Arial MT"/>
              </a:rPr>
              <a:t>NIELIT</a:t>
            </a:r>
            <a:r>
              <a:rPr sz="3600" spc="260" dirty="0">
                <a:latin typeface="Arial MT"/>
                <a:cs typeface="Arial MT"/>
              </a:rPr>
              <a:t> </a:t>
            </a:r>
            <a:r>
              <a:rPr sz="3600" spc="95" dirty="0">
                <a:latin typeface="Arial MT"/>
                <a:cs typeface="Arial MT"/>
              </a:rPr>
              <a:t>CHANDIGARH </a:t>
            </a:r>
            <a:r>
              <a:rPr sz="3600" spc="100" dirty="0">
                <a:latin typeface="Arial MT"/>
                <a:cs typeface="Arial MT"/>
              </a:rPr>
              <a:t>May</a:t>
            </a:r>
            <a:r>
              <a:rPr sz="3600" spc="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29,</a:t>
            </a:r>
            <a:r>
              <a:rPr sz="3600" spc="-105" dirty="0">
                <a:latin typeface="Arial MT"/>
                <a:cs typeface="Arial MT"/>
              </a:rPr>
              <a:t> </a:t>
            </a:r>
            <a:r>
              <a:rPr sz="3600" spc="-20" dirty="0">
                <a:latin typeface="Arial MT"/>
                <a:cs typeface="Arial MT"/>
              </a:rPr>
              <a:t>2025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47981" y="3223767"/>
            <a:ext cx="1511935" cy="1058545"/>
          </a:xfrm>
          <a:custGeom>
            <a:avLst/>
            <a:gdLst/>
            <a:ahLst/>
            <a:cxnLst/>
            <a:rect l="l" t="t" r="r" b="b"/>
            <a:pathLst>
              <a:path w="1511934" h="1058545">
                <a:moveTo>
                  <a:pt x="419033" y="119733"/>
                </a:moveTo>
                <a:lnTo>
                  <a:pt x="368436" y="124496"/>
                </a:lnTo>
                <a:lnTo>
                  <a:pt x="315553" y="136398"/>
                </a:lnTo>
                <a:lnTo>
                  <a:pt x="262765" y="154313"/>
                </a:lnTo>
                <a:lnTo>
                  <a:pt x="214674" y="176382"/>
                </a:lnTo>
                <a:lnTo>
                  <a:pt x="171278" y="202608"/>
                </a:lnTo>
                <a:lnTo>
                  <a:pt x="132580" y="232993"/>
                </a:lnTo>
                <a:lnTo>
                  <a:pt x="98577" y="267539"/>
                </a:lnTo>
                <a:lnTo>
                  <a:pt x="69272" y="306248"/>
                </a:lnTo>
                <a:lnTo>
                  <a:pt x="44662" y="349123"/>
                </a:lnTo>
                <a:lnTo>
                  <a:pt x="25215" y="395007"/>
                </a:lnTo>
                <a:lnTo>
                  <a:pt x="11290" y="442640"/>
                </a:lnTo>
                <a:lnTo>
                  <a:pt x="2884" y="492027"/>
                </a:lnTo>
                <a:lnTo>
                  <a:pt x="0" y="543177"/>
                </a:lnTo>
                <a:lnTo>
                  <a:pt x="2635" y="596095"/>
                </a:lnTo>
                <a:lnTo>
                  <a:pt x="10792" y="650788"/>
                </a:lnTo>
                <a:lnTo>
                  <a:pt x="24469" y="707262"/>
                </a:lnTo>
                <a:lnTo>
                  <a:pt x="42602" y="762500"/>
                </a:lnTo>
                <a:lnTo>
                  <a:pt x="64018" y="813261"/>
                </a:lnTo>
                <a:lnTo>
                  <a:pt x="88720" y="859548"/>
                </a:lnTo>
                <a:lnTo>
                  <a:pt x="116710" y="901363"/>
                </a:lnTo>
                <a:lnTo>
                  <a:pt x="147990" y="938708"/>
                </a:lnTo>
                <a:lnTo>
                  <a:pt x="182563" y="971585"/>
                </a:lnTo>
                <a:lnTo>
                  <a:pt x="220430" y="999997"/>
                </a:lnTo>
                <a:lnTo>
                  <a:pt x="260817" y="1023261"/>
                </a:lnTo>
                <a:lnTo>
                  <a:pt x="302841" y="1040692"/>
                </a:lnTo>
                <a:lnTo>
                  <a:pt x="346507" y="1052286"/>
                </a:lnTo>
                <a:lnTo>
                  <a:pt x="391819" y="1058041"/>
                </a:lnTo>
                <a:lnTo>
                  <a:pt x="438086" y="1058041"/>
                </a:lnTo>
                <a:lnTo>
                  <a:pt x="487399" y="1052029"/>
                </a:lnTo>
                <a:lnTo>
                  <a:pt x="537676" y="1040256"/>
                </a:lnTo>
                <a:lnTo>
                  <a:pt x="577348" y="1027281"/>
                </a:lnTo>
                <a:lnTo>
                  <a:pt x="616734" y="1011031"/>
                </a:lnTo>
                <a:lnTo>
                  <a:pt x="655834" y="991518"/>
                </a:lnTo>
                <a:lnTo>
                  <a:pt x="694648" y="968755"/>
                </a:lnTo>
                <a:lnTo>
                  <a:pt x="730722" y="944135"/>
                </a:lnTo>
                <a:lnTo>
                  <a:pt x="735453" y="940262"/>
                </a:lnTo>
                <a:lnTo>
                  <a:pt x="430485" y="940262"/>
                </a:lnTo>
                <a:lnTo>
                  <a:pt x="383298" y="934013"/>
                </a:lnTo>
                <a:lnTo>
                  <a:pt x="338470" y="919170"/>
                </a:lnTo>
                <a:lnTo>
                  <a:pt x="295995" y="895730"/>
                </a:lnTo>
                <a:lnTo>
                  <a:pt x="257103" y="864715"/>
                </a:lnTo>
                <a:lnTo>
                  <a:pt x="223026" y="827287"/>
                </a:lnTo>
                <a:lnTo>
                  <a:pt x="193765" y="783433"/>
                </a:lnTo>
                <a:lnTo>
                  <a:pt x="169320" y="733142"/>
                </a:lnTo>
                <a:lnTo>
                  <a:pt x="149691" y="676401"/>
                </a:lnTo>
                <a:lnTo>
                  <a:pt x="137319" y="624978"/>
                </a:lnTo>
                <a:lnTo>
                  <a:pt x="130298" y="575738"/>
                </a:lnTo>
                <a:lnTo>
                  <a:pt x="128625" y="528685"/>
                </a:lnTo>
                <a:lnTo>
                  <a:pt x="132297" y="483822"/>
                </a:lnTo>
                <a:lnTo>
                  <a:pt x="141310" y="441155"/>
                </a:lnTo>
                <a:lnTo>
                  <a:pt x="155660" y="400684"/>
                </a:lnTo>
                <a:lnTo>
                  <a:pt x="179466" y="356610"/>
                </a:lnTo>
                <a:lnTo>
                  <a:pt x="210044" y="318876"/>
                </a:lnTo>
                <a:lnTo>
                  <a:pt x="247402" y="287482"/>
                </a:lnTo>
                <a:lnTo>
                  <a:pt x="291544" y="262427"/>
                </a:lnTo>
                <a:lnTo>
                  <a:pt x="342477" y="243712"/>
                </a:lnTo>
                <a:lnTo>
                  <a:pt x="386649" y="235497"/>
                </a:lnTo>
                <a:lnTo>
                  <a:pt x="540609" y="235497"/>
                </a:lnTo>
                <a:lnTo>
                  <a:pt x="557107" y="148335"/>
                </a:lnTo>
                <a:lnTo>
                  <a:pt x="513368" y="131647"/>
                </a:lnTo>
                <a:lnTo>
                  <a:pt x="467343" y="122115"/>
                </a:lnTo>
                <a:lnTo>
                  <a:pt x="419033" y="119733"/>
                </a:lnTo>
                <a:close/>
              </a:path>
              <a:path w="1511934" h="1058545">
                <a:moveTo>
                  <a:pt x="738188" y="624077"/>
                </a:moveTo>
                <a:lnTo>
                  <a:pt x="610574" y="624077"/>
                </a:lnTo>
                <a:lnTo>
                  <a:pt x="668613" y="826515"/>
                </a:lnTo>
                <a:lnTo>
                  <a:pt x="644225" y="860303"/>
                </a:lnTo>
                <a:lnTo>
                  <a:pt x="613336" y="888317"/>
                </a:lnTo>
                <a:lnTo>
                  <a:pt x="575923" y="910544"/>
                </a:lnTo>
                <a:lnTo>
                  <a:pt x="531961" y="926972"/>
                </a:lnTo>
                <a:lnTo>
                  <a:pt x="480037" y="937915"/>
                </a:lnTo>
                <a:lnTo>
                  <a:pt x="430485" y="940262"/>
                </a:lnTo>
                <a:lnTo>
                  <a:pt x="735453" y="940262"/>
                </a:lnTo>
                <a:lnTo>
                  <a:pt x="761593" y="918860"/>
                </a:lnTo>
                <a:lnTo>
                  <a:pt x="787249" y="892942"/>
                </a:lnTo>
                <a:lnTo>
                  <a:pt x="807678" y="866393"/>
                </a:lnTo>
                <a:lnTo>
                  <a:pt x="738188" y="624077"/>
                </a:lnTo>
                <a:close/>
              </a:path>
              <a:path w="1511934" h="1058545">
                <a:moveTo>
                  <a:pt x="919293" y="367918"/>
                </a:moveTo>
                <a:lnTo>
                  <a:pt x="797899" y="367918"/>
                </a:lnTo>
                <a:lnTo>
                  <a:pt x="952077" y="905509"/>
                </a:lnTo>
                <a:lnTo>
                  <a:pt x="1064218" y="873378"/>
                </a:lnTo>
                <a:lnTo>
                  <a:pt x="919293" y="367918"/>
                </a:lnTo>
                <a:close/>
              </a:path>
              <a:path w="1511934" h="1058545">
                <a:moveTo>
                  <a:pt x="1147983" y="295909"/>
                </a:moveTo>
                <a:lnTo>
                  <a:pt x="1026626" y="295909"/>
                </a:lnTo>
                <a:lnTo>
                  <a:pt x="1129496" y="654684"/>
                </a:lnTo>
                <a:lnTo>
                  <a:pt x="1144401" y="694426"/>
                </a:lnTo>
                <a:lnTo>
                  <a:pt x="1164723" y="728678"/>
                </a:lnTo>
                <a:lnTo>
                  <a:pt x="1190450" y="757429"/>
                </a:lnTo>
                <a:lnTo>
                  <a:pt x="1221571" y="780668"/>
                </a:lnTo>
                <a:lnTo>
                  <a:pt x="1291024" y="806005"/>
                </a:lnTo>
                <a:lnTo>
                  <a:pt x="1327138" y="806957"/>
                </a:lnTo>
                <a:lnTo>
                  <a:pt x="1364192" y="800099"/>
                </a:lnTo>
                <a:lnTo>
                  <a:pt x="1404576" y="787316"/>
                </a:lnTo>
                <a:lnTo>
                  <a:pt x="1442662" y="772794"/>
                </a:lnTo>
                <a:lnTo>
                  <a:pt x="1478438" y="756558"/>
                </a:lnTo>
                <a:lnTo>
                  <a:pt x="1511893" y="738631"/>
                </a:lnTo>
                <a:lnTo>
                  <a:pt x="1492731" y="698515"/>
                </a:lnTo>
                <a:lnTo>
                  <a:pt x="1330426" y="698515"/>
                </a:lnTo>
                <a:lnTo>
                  <a:pt x="1307838" y="693596"/>
                </a:lnTo>
                <a:lnTo>
                  <a:pt x="1270762" y="666948"/>
                </a:lnTo>
                <a:lnTo>
                  <a:pt x="1241095" y="614179"/>
                </a:lnTo>
                <a:lnTo>
                  <a:pt x="1228810" y="577722"/>
                </a:lnTo>
                <a:lnTo>
                  <a:pt x="1147983" y="295909"/>
                </a:lnTo>
                <a:close/>
              </a:path>
              <a:path w="1511934" h="1058545">
                <a:moveTo>
                  <a:pt x="1467062" y="644778"/>
                </a:moveTo>
                <a:lnTo>
                  <a:pt x="1426517" y="674131"/>
                </a:lnTo>
                <a:lnTo>
                  <a:pt x="1384258" y="692149"/>
                </a:lnTo>
                <a:lnTo>
                  <a:pt x="1330426" y="698515"/>
                </a:lnTo>
                <a:lnTo>
                  <a:pt x="1492731" y="698515"/>
                </a:lnTo>
                <a:lnTo>
                  <a:pt x="1467062" y="644778"/>
                </a:lnTo>
                <a:close/>
              </a:path>
              <a:path w="1511934" h="1058545">
                <a:moveTo>
                  <a:pt x="699728" y="489965"/>
                </a:moveTo>
                <a:lnTo>
                  <a:pt x="461984" y="558164"/>
                </a:lnTo>
                <a:lnTo>
                  <a:pt x="490686" y="658494"/>
                </a:lnTo>
                <a:lnTo>
                  <a:pt x="610574" y="624077"/>
                </a:lnTo>
                <a:lnTo>
                  <a:pt x="738188" y="624077"/>
                </a:lnTo>
                <a:lnTo>
                  <a:pt x="699728" y="489965"/>
                </a:lnTo>
                <a:close/>
              </a:path>
              <a:path w="1511934" h="1058545">
                <a:moveTo>
                  <a:pt x="882989" y="241300"/>
                </a:moveTo>
                <a:lnTo>
                  <a:pt x="684107" y="298323"/>
                </a:lnTo>
                <a:lnTo>
                  <a:pt x="711158" y="392810"/>
                </a:lnTo>
                <a:lnTo>
                  <a:pt x="797899" y="367918"/>
                </a:lnTo>
                <a:lnTo>
                  <a:pt x="919293" y="367918"/>
                </a:lnTo>
                <a:lnTo>
                  <a:pt x="882989" y="241300"/>
                </a:lnTo>
                <a:close/>
              </a:path>
              <a:path w="1511934" h="1058545">
                <a:moveTo>
                  <a:pt x="1063202" y="0"/>
                </a:moveTo>
                <a:lnTo>
                  <a:pt x="963380" y="75183"/>
                </a:lnTo>
                <a:lnTo>
                  <a:pt x="1001353" y="207390"/>
                </a:lnTo>
                <a:lnTo>
                  <a:pt x="928074" y="228346"/>
                </a:lnTo>
                <a:lnTo>
                  <a:pt x="953474" y="316864"/>
                </a:lnTo>
                <a:lnTo>
                  <a:pt x="1026626" y="295909"/>
                </a:lnTo>
                <a:lnTo>
                  <a:pt x="1147983" y="295909"/>
                </a:lnTo>
                <a:lnTo>
                  <a:pt x="1138767" y="263778"/>
                </a:lnTo>
                <a:lnTo>
                  <a:pt x="1312249" y="213995"/>
                </a:lnTo>
                <a:lnTo>
                  <a:pt x="1301190" y="175259"/>
                </a:lnTo>
                <a:lnTo>
                  <a:pt x="1113367" y="175259"/>
                </a:lnTo>
                <a:lnTo>
                  <a:pt x="1063202" y="0"/>
                </a:lnTo>
                <a:close/>
              </a:path>
              <a:path w="1511934" h="1058545">
                <a:moveTo>
                  <a:pt x="540609" y="235497"/>
                </a:moveTo>
                <a:lnTo>
                  <a:pt x="434072" y="235497"/>
                </a:lnTo>
                <a:lnTo>
                  <a:pt x="483423" y="243498"/>
                </a:lnTo>
                <a:lnTo>
                  <a:pt x="536025" y="259714"/>
                </a:lnTo>
                <a:lnTo>
                  <a:pt x="540609" y="235497"/>
                </a:lnTo>
                <a:close/>
              </a:path>
              <a:path w="1511934" h="1058545">
                <a:moveTo>
                  <a:pt x="1286976" y="125475"/>
                </a:moveTo>
                <a:lnTo>
                  <a:pt x="1113367" y="175259"/>
                </a:lnTo>
                <a:lnTo>
                  <a:pt x="1301190" y="175259"/>
                </a:lnTo>
                <a:lnTo>
                  <a:pt x="1286976" y="125475"/>
                </a:lnTo>
                <a:close/>
              </a:path>
              <a:path w="1511934" h="1058545">
                <a:moveTo>
                  <a:pt x="777918" y="14148"/>
                </a:moveTo>
                <a:lnTo>
                  <a:pt x="738400" y="29543"/>
                </a:lnTo>
                <a:lnTo>
                  <a:pt x="714692" y="64125"/>
                </a:lnTo>
                <a:lnTo>
                  <a:pt x="711696" y="91505"/>
                </a:lnTo>
                <a:lnTo>
                  <a:pt x="714460" y="105790"/>
                </a:lnTo>
                <a:lnTo>
                  <a:pt x="736927" y="141009"/>
                </a:lnTo>
                <a:lnTo>
                  <a:pt x="775642" y="158067"/>
                </a:lnTo>
                <a:lnTo>
                  <a:pt x="789382" y="158243"/>
                </a:lnTo>
                <a:lnTo>
                  <a:pt x="803360" y="155575"/>
                </a:lnTo>
                <a:lnTo>
                  <a:pt x="838650" y="133036"/>
                </a:lnTo>
                <a:lnTo>
                  <a:pt x="855684" y="94186"/>
                </a:lnTo>
                <a:lnTo>
                  <a:pt x="855712" y="91505"/>
                </a:lnTo>
                <a:lnTo>
                  <a:pt x="855831" y="80222"/>
                </a:lnTo>
                <a:lnTo>
                  <a:pt x="840460" y="41084"/>
                </a:lnTo>
                <a:lnTo>
                  <a:pt x="805489" y="17283"/>
                </a:lnTo>
                <a:lnTo>
                  <a:pt x="791882" y="14287"/>
                </a:lnTo>
                <a:lnTo>
                  <a:pt x="777918" y="14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454394" y="3280409"/>
            <a:ext cx="5191125" cy="3847465"/>
            <a:chOff x="6454394" y="3280409"/>
            <a:chExt cx="5191125" cy="3847465"/>
          </a:xfrm>
        </p:grpSpPr>
        <p:sp>
          <p:nvSpPr>
            <p:cNvPr id="5" name="object 5"/>
            <p:cNvSpPr/>
            <p:nvPr/>
          </p:nvSpPr>
          <p:spPr>
            <a:xfrm>
              <a:off x="7924216" y="4645494"/>
              <a:ext cx="2981960" cy="2482215"/>
            </a:xfrm>
            <a:custGeom>
              <a:avLst/>
              <a:gdLst/>
              <a:ahLst/>
              <a:cxnLst/>
              <a:rect l="l" t="t" r="r" b="b"/>
              <a:pathLst>
                <a:path w="2981959" h="2482215">
                  <a:moveTo>
                    <a:pt x="798461" y="1503045"/>
                  </a:moveTo>
                  <a:lnTo>
                    <a:pt x="783056" y="1463903"/>
                  </a:lnTo>
                  <a:lnTo>
                    <a:pt x="748144" y="1440103"/>
                  </a:lnTo>
                  <a:lnTo>
                    <a:pt x="720610" y="1436979"/>
                  </a:lnTo>
                  <a:lnTo>
                    <a:pt x="706323" y="1439710"/>
                  </a:lnTo>
                  <a:lnTo>
                    <a:pt x="671182" y="1461973"/>
                  </a:lnTo>
                  <a:lnTo>
                    <a:pt x="654418" y="1500403"/>
                  </a:lnTo>
                  <a:lnTo>
                    <a:pt x="654329" y="1514271"/>
                  </a:lnTo>
                  <a:lnTo>
                    <a:pt x="657047" y="1528483"/>
                  </a:lnTo>
                  <a:lnTo>
                    <a:pt x="679577" y="1563776"/>
                  </a:lnTo>
                  <a:lnTo>
                    <a:pt x="718261" y="1580870"/>
                  </a:lnTo>
                  <a:lnTo>
                    <a:pt x="732015" y="1581061"/>
                  </a:lnTo>
                  <a:lnTo>
                    <a:pt x="746074" y="1578394"/>
                  </a:lnTo>
                  <a:lnTo>
                    <a:pt x="781354" y="1555864"/>
                  </a:lnTo>
                  <a:lnTo>
                    <a:pt x="798334" y="1517015"/>
                  </a:lnTo>
                  <a:lnTo>
                    <a:pt x="798461" y="1503045"/>
                  </a:lnTo>
                  <a:close/>
                </a:path>
                <a:path w="2981959" h="2482215">
                  <a:moveTo>
                    <a:pt x="807796" y="2290229"/>
                  </a:moveTo>
                  <a:lnTo>
                    <a:pt x="699846" y="1913674"/>
                  </a:lnTo>
                  <a:lnTo>
                    <a:pt x="461975" y="1981873"/>
                  </a:lnTo>
                  <a:lnTo>
                    <a:pt x="490804" y="2082203"/>
                  </a:lnTo>
                  <a:lnTo>
                    <a:pt x="610565" y="2047913"/>
                  </a:lnTo>
                  <a:lnTo>
                    <a:pt x="668604" y="2250351"/>
                  </a:lnTo>
                  <a:lnTo>
                    <a:pt x="644207" y="2284145"/>
                  </a:lnTo>
                  <a:lnTo>
                    <a:pt x="613321" y="2312162"/>
                  </a:lnTo>
                  <a:lnTo>
                    <a:pt x="575906" y="2334387"/>
                  </a:lnTo>
                  <a:lnTo>
                    <a:pt x="531952" y="2350808"/>
                  </a:lnTo>
                  <a:lnTo>
                    <a:pt x="480021" y="2361755"/>
                  </a:lnTo>
                  <a:lnTo>
                    <a:pt x="430466" y="2364092"/>
                  </a:lnTo>
                  <a:lnTo>
                    <a:pt x="383286" y="2357831"/>
                  </a:lnTo>
                  <a:lnTo>
                    <a:pt x="338455" y="2342946"/>
                  </a:lnTo>
                  <a:lnTo>
                    <a:pt x="295986" y="2319451"/>
                  </a:lnTo>
                  <a:lnTo>
                    <a:pt x="257086" y="2288489"/>
                  </a:lnTo>
                  <a:lnTo>
                    <a:pt x="223012" y="2251100"/>
                  </a:lnTo>
                  <a:lnTo>
                    <a:pt x="193751" y="2207272"/>
                  </a:lnTo>
                  <a:lnTo>
                    <a:pt x="169303" y="2156980"/>
                  </a:lnTo>
                  <a:lnTo>
                    <a:pt x="149682" y="2100237"/>
                  </a:lnTo>
                  <a:lnTo>
                    <a:pt x="137299" y="2048814"/>
                  </a:lnTo>
                  <a:lnTo>
                    <a:pt x="130276" y="1999576"/>
                  </a:lnTo>
                  <a:lnTo>
                    <a:pt x="128612" y="1952523"/>
                  </a:lnTo>
                  <a:lnTo>
                    <a:pt x="132283" y="1907667"/>
                  </a:lnTo>
                  <a:lnTo>
                    <a:pt x="141300" y="1864995"/>
                  </a:lnTo>
                  <a:lnTo>
                    <a:pt x="155651" y="1824520"/>
                  </a:lnTo>
                  <a:lnTo>
                    <a:pt x="179451" y="1780451"/>
                  </a:lnTo>
                  <a:lnTo>
                    <a:pt x="210032" y="1742719"/>
                  </a:lnTo>
                  <a:lnTo>
                    <a:pt x="247383" y="1711325"/>
                  </a:lnTo>
                  <a:lnTo>
                    <a:pt x="291528" y="1686267"/>
                  </a:lnTo>
                  <a:lnTo>
                    <a:pt x="342468" y="1667548"/>
                  </a:lnTo>
                  <a:lnTo>
                    <a:pt x="386638" y="1659343"/>
                  </a:lnTo>
                  <a:lnTo>
                    <a:pt x="433616" y="1659267"/>
                  </a:lnTo>
                  <a:lnTo>
                    <a:pt x="483412" y="1667344"/>
                  </a:lnTo>
                  <a:lnTo>
                    <a:pt x="536016" y="1683550"/>
                  </a:lnTo>
                  <a:lnTo>
                    <a:pt x="557098" y="1572044"/>
                  </a:lnTo>
                  <a:lnTo>
                    <a:pt x="513359" y="1555419"/>
                  </a:lnTo>
                  <a:lnTo>
                    <a:pt x="467334" y="1545932"/>
                  </a:lnTo>
                  <a:lnTo>
                    <a:pt x="419023" y="1543570"/>
                  </a:lnTo>
                  <a:lnTo>
                    <a:pt x="368427" y="1548333"/>
                  </a:lnTo>
                  <a:lnTo>
                    <a:pt x="315544" y="1560233"/>
                  </a:lnTo>
                  <a:lnTo>
                    <a:pt x="262750" y="1578152"/>
                  </a:lnTo>
                  <a:lnTo>
                    <a:pt x="214655" y="1600225"/>
                  </a:lnTo>
                  <a:lnTo>
                    <a:pt x="171272" y="1626450"/>
                  </a:lnTo>
                  <a:lnTo>
                    <a:pt x="132588" y="1656829"/>
                  </a:lnTo>
                  <a:lnTo>
                    <a:pt x="98602" y="1691386"/>
                  </a:lnTo>
                  <a:lnTo>
                    <a:pt x="69342" y="1730095"/>
                  </a:lnTo>
                  <a:lnTo>
                    <a:pt x="44780" y="1772958"/>
                  </a:lnTo>
                  <a:lnTo>
                    <a:pt x="25285" y="1818805"/>
                  </a:lnTo>
                  <a:lnTo>
                    <a:pt x="11315" y="1866417"/>
                  </a:lnTo>
                  <a:lnTo>
                    <a:pt x="2895" y="1915807"/>
                  </a:lnTo>
                  <a:lnTo>
                    <a:pt x="0" y="1966950"/>
                  </a:lnTo>
                  <a:lnTo>
                    <a:pt x="2628" y="2019871"/>
                  </a:lnTo>
                  <a:lnTo>
                    <a:pt x="10782" y="2074545"/>
                  </a:lnTo>
                  <a:lnTo>
                    <a:pt x="24460" y="2130971"/>
                  </a:lnTo>
                  <a:lnTo>
                    <a:pt x="42583" y="2186267"/>
                  </a:lnTo>
                  <a:lnTo>
                    <a:pt x="64008" y="2237054"/>
                  </a:lnTo>
                  <a:lnTo>
                    <a:pt x="88709" y="2283371"/>
                  </a:lnTo>
                  <a:lnTo>
                    <a:pt x="116713" y="2325192"/>
                  </a:lnTo>
                  <a:lnTo>
                    <a:pt x="148018" y="2362543"/>
                  </a:lnTo>
                  <a:lnTo>
                    <a:pt x="182626" y="2395423"/>
                  </a:lnTo>
                  <a:lnTo>
                    <a:pt x="220548" y="2423833"/>
                  </a:lnTo>
                  <a:lnTo>
                    <a:pt x="260883" y="2447099"/>
                  </a:lnTo>
                  <a:lnTo>
                    <a:pt x="302869" y="2464511"/>
                  </a:lnTo>
                  <a:lnTo>
                    <a:pt x="346519" y="2476093"/>
                  </a:lnTo>
                  <a:lnTo>
                    <a:pt x="391807" y="2481834"/>
                  </a:lnTo>
                  <a:lnTo>
                    <a:pt x="438772" y="2481745"/>
                  </a:lnTo>
                  <a:lnTo>
                    <a:pt x="487387" y="2475827"/>
                  </a:lnTo>
                  <a:lnTo>
                    <a:pt x="537667" y="2464092"/>
                  </a:lnTo>
                  <a:lnTo>
                    <a:pt x="577329" y="2451074"/>
                  </a:lnTo>
                  <a:lnTo>
                    <a:pt x="616724" y="2434831"/>
                  </a:lnTo>
                  <a:lnTo>
                    <a:pt x="655815" y="2415336"/>
                  </a:lnTo>
                  <a:lnTo>
                    <a:pt x="694639" y="2392591"/>
                  </a:lnTo>
                  <a:lnTo>
                    <a:pt x="730758" y="2367927"/>
                  </a:lnTo>
                  <a:lnTo>
                    <a:pt x="761644" y="2342654"/>
                  </a:lnTo>
                  <a:lnTo>
                    <a:pt x="787311" y="2316772"/>
                  </a:lnTo>
                  <a:lnTo>
                    <a:pt x="807796" y="2290229"/>
                  </a:lnTo>
                  <a:close/>
                </a:path>
                <a:path w="2981959" h="2482215">
                  <a:moveTo>
                    <a:pt x="1281125" y="762419"/>
                  </a:moveTo>
                  <a:lnTo>
                    <a:pt x="1257795" y="711644"/>
                  </a:lnTo>
                  <a:lnTo>
                    <a:pt x="1235278" y="662597"/>
                  </a:lnTo>
                  <a:lnTo>
                    <a:pt x="1217180" y="678103"/>
                  </a:lnTo>
                  <a:lnTo>
                    <a:pt x="1182801" y="699770"/>
                  </a:lnTo>
                  <a:lnTo>
                    <a:pt x="1141183" y="711200"/>
                  </a:lnTo>
                  <a:lnTo>
                    <a:pt x="1118730" y="711644"/>
                  </a:lnTo>
                  <a:lnTo>
                    <a:pt x="1099223" y="707250"/>
                  </a:lnTo>
                  <a:lnTo>
                    <a:pt x="1067904" y="682777"/>
                  </a:lnTo>
                  <a:lnTo>
                    <a:pt x="1041044" y="630440"/>
                  </a:lnTo>
                  <a:lnTo>
                    <a:pt x="1028903" y="593382"/>
                  </a:lnTo>
                  <a:lnTo>
                    <a:pt x="982345" y="430822"/>
                  </a:lnTo>
                  <a:lnTo>
                    <a:pt x="973150" y="398691"/>
                  </a:lnTo>
                  <a:lnTo>
                    <a:pt x="977125" y="397548"/>
                  </a:lnTo>
                  <a:lnTo>
                    <a:pt x="1120089" y="356527"/>
                  </a:lnTo>
                  <a:lnTo>
                    <a:pt x="1105027" y="304203"/>
                  </a:lnTo>
                  <a:lnTo>
                    <a:pt x="1092911" y="262039"/>
                  </a:lnTo>
                  <a:lnTo>
                    <a:pt x="955243" y="301548"/>
                  </a:lnTo>
                  <a:lnTo>
                    <a:pt x="955243" y="735241"/>
                  </a:lnTo>
                  <a:lnTo>
                    <a:pt x="936307" y="754341"/>
                  </a:lnTo>
                  <a:lnTo>
                    <a:pt x="880300" y="786015"/>
                  </a:lnTo>
                  <a:lnTo>
                    <a:pt x="843229" y="798614"/>
                  </a:lnTo>
                  <a:lnTo>
                    <a:pt x="794042" y="808621"/>
                  </a:lnTo>
                  <a:lnTo>
                    <a:pt x="750735" y="808875"/>
                  </a:lnTo>
                  <a:lnTo>
                    <a:pt x="712292" y="799566"/>
                  </a:lnTo>
                  <a:lnTo>
                    <a:pt x="679030" y="780630"/>
                  </a:lnTo>
                  <a:lnTo>
                    <a:pt x="650976" y="752094"/>
                  </a:lnTo>
                  <a:lnTo>
                    <a:pt x="628103" y="713930"/>
                  </a:lnTo>
                  <a:lnTo>
                    <a:pt x="610438" y="666153"/>
                  </a:lnTo>
                  <a:lnTo>
                    <a:pt x="602716" y="626059"/>
                  </a:lnTo>
                  <a:lnTo>
                    <a:pt x="602259" y="584835"/>
                  </a:lnTo>
                  <a:lnTo>
                    <a:pt x="609053" y="542480"/>
                  </a:lnTo>
                  <a:lnTo>
                    <a:pt x="623138" y="499021"/>
                  </a:lnTo>
                  <a:lnTo>
                    <a:pt x="861009" y="430822"/>
                  </a:lnTo>
                  <a:lnTo>
                    <a:pt x="929335" y="669201"/>
                  </a:lnTo>
                  <a:lnTo>
                    <a:pt x="935304" y="688619"/>
                  </a:lnTo>
                  <a:lnTo>
                    <a:pt x="941552" y="705904"/>
                  </a:lnTo>
                  <a:lnTo>
                    <a:pt x="948258" y="721626"/>
                  </a:lnTo>
                  <a:lnTo>
                    <a:pt x="955243" y="735241"/>
                  </a:lnTo>
                  <a:lnTo>
                    <a:pt x="955243" y="301548"/>
                  </a:lnTo>
                  <a:lnTo>
                    <a:pt x="945972" y="304203"/>
                  </a:lnTo>
                  <a:lnTo>
                    <a:pt x="902157" y="151422"/>
                  </a:lnTo>
                  <a:lnTo>
                    <a:pt x="802462" y="226606"/>
                  </a:lnTo>
                  <a:lnTo>
                    <a:pt x="833323" y="334556"/>
                  </a:lnTo>
                  <a:lnTo>
                    <a:pt x="613867" y="397548"/>
                  </a:lnTo>
                  <a:lnTo>
                    <a:pt x="575881" y="378091"/>
                  </a:lnTo>
                  <a:lnTo>
                    <a:pt x="545604" y="353250"/>
                  </a:lnTo>
                  <a:lnTo>
                    <a:pt x="508203" y="287312"/>
                  </a:lnTo>
                  <a:lnTo>
                    <a:pt x="500151" y="242811"/>
                  </a:lnTo>
                  <a:lnTo>
                    <a:pt x="503085" y="203669"/>
                  </a:lnTo>
                  <a:lnTo>
                    <a:pt x="541845" y="141478"/>
                  </a:lnTo>
                  <a:lnTo>
                    <a:pt x="577697" y="118427"/>
                  </a:lnTo>
                  <a:lnTo>
                    <a:pt x="624535" y="100749"/>
                  </a:lnTo>
                  <a:lnTo>
                    <a:pt x="652983" y="96380"/>
                  </a:lnTo>
                  <a:lnTo>
                    <a:pt x="685215" y="98488"/>
                  </a:lnTo>
                  <a:lnTo>
                    <a:pt x="721233" y="107099"/>
                  </a:lnTo>
                  <a:lnTo>
                    <a:pt x="761060" y="122212"/>
                  </a:lnTo>
                  <a:lnTo>
                    <a:pt x="766686" y="96380"/>
                  </a:lnTo>
                  <a:lnTo>
                    <a:pt x="783882" y="17437"/>
                  </a:lnTo>
                  <a:lnTo>
                    <a:pt x="783920" y="17310"/>
                  </a:lnTo>
                  <a:lnTo>
                    <a:pt x="740816" y="4368"/>
                  </a:lnTo>
                  <a:lnTo>
                    <a:pt x="741222" y="4368"/>
                  </a:lnTo>
                  <a:lnTo>
                    <a:pt x="692378" y="0"/>
                  </a:lnTo>
                  <a:lnTo>
                    <a:pt x="639114" y="4368"/>
                  </a:lnTo>
                  <a:lnTo>
                    <a:pt x="580847" y="17437"/>
                  </a:lnTo>
                  <a:lnTo>
                    <a:pt x="527646" y="37007"/>
                  </a:lnTo>
                  <a:lnTo>
                    <a:pt x="482523" y="62941"/>
                  </a:lnTo>
                  <a:lnTo>
                    <a:pt x="445490" y="95199"/>
                  </a:lnTo>
                  <a:lnTo>
                    <a:pt x="416509" y="133769"/>
                  </a:lnTo>
                  <a:lnTo>
                    <a:pt x="396354" y="175996"/>
                  </a:lnTo>
                  <a:lnTo>
                    <a:pt x="385660" y="219036"/>
                  </a:lnTo>
                  <a:lnTo>
                    <a:pt x="384429" y="262039"/>
                  </a:lnTo>
                  <a:lnTo>
                    <a:pt x="384403" y="262915"/>
                  </a:lnTo>
                  <a:lnTo>
                    <a:pt x="392633" y="307632"/>
                  </a:lnTo>
                  <a:lnTo>
                    <a:pt x="410489" y="350316"/>
                  </a:lnTo>
                  <a:lnTo>
                    <a:pt x="438518" y="389191"/>
                  </a:lnTo>
                  <a:lnTo>
                    <a:pt x="476732" y="424281"/>
                  </a:lnTo>
                  <a:lnTo>
                    <a:pt x="525094" y="455587"/>
                  </a:lnTo>
                  <a:lnTo>
                    <a:pt x="507707" y="489356"/>
                  </a:lnTo>
                  <a:lnTo>
                    <a:pt x="494436" y="521487"/>
                  </a:lnTo>
                  <a:lnTo>
                    <a:pt x="485279" y="551980"/>
                  </a:lnTo>
                  <a:lnTo>
                    <a:pt x="480263" y="580809"/>
                  </a:lnTo>
                  <a:lnTo>
                    <a:pt x="478828" y="609600"/>
                  </a:lnTo>
                  <a:lnTo>
                    <a:pt x="480618" y="639953"/>
                  </a:lnTo>
                  <a:lnTo>
                    <a:pt x="493852" y="705269"/>
                  </a:lnTo>
                  <a:lnTo>
                    <a:pt x="511162" y="755434"/>
                  </a:lnTo>
                  <a:lnTo>
                    <a:pt x="532460" y="799211"/>
                  </a:lnTo>
                  <a:lnTo>
                    <a:pt x="557758" y="836599"/>
                  </a:lnTo>
                  <a:lnTo>
                    <a:pt x="587057" y="867613"/>
                  </a:lnTo>
                  <a:lnTo>
                    <a:pt x="620344" y="892213"/>
                  </a:lnTo>
                  <a:lnTo>
                    <a:pt x="666623" y="913485"/>
                  </a:lnTo>
                  <a:lnTo>
                    <a:pt x="717308" y="923607"/>
                  </a:lnTo>
                  <a:lnTo>
                    <a:pt x="772363" y="922604"/>
                  </a:lnTo>
                  <a:lnTo>
                    <a:pt x="831799" y="910501"/>
                  </a:lnTo>
                  <a:lnTo>
                    <a:pt x="889317" y="891171"/>
                  </a:lnTo>
                  <a:lnTo>
                    <a:pt x="940930" y="867854"/>
                  </a:lnTo>
                  <a:lnTo>
                    <a:pt x="986612" y="840549"/>
                  </a:lnTo>
                  <a:lnTo>
                    <a:pt x="1026363" y="809282"/>
                  </a:lnTo>
                  <a:lnTo>
                    <a:pt x="1057529" y="820216"/>
                  </a:lnTo>
                  <a:lnTo>
                    <a:pt x="1087615" y="825779"/>
                  </a:lnTo>
                  <a:lnTo>
                    <a:pt x="1116634" y="825982"/>
                  </a:lnTo>
                  <a:lnTo>
                    <a:pt x="1144600" y="820839"/>
                  </a:lnTo>
                  <a:lnTo>
                    <a:pt x="1180922" y="809282"/>
                  </a:lnTo>
                  <a:lnTo>
                    <a:pt x="1182230" y="808875"/>
                  </a:lnTo>
                  <a:lnTo>
                    <a:pt x="1183005" y="808621"/>
                  </a:lnTo>
                  <a:lnTo>
                    <a:pt x="1218577" y="794829"/>
                  </a:lnTo>
                  <a:lnTo>
                    <a:pt x="1251280" y="779424"/>
                  </a:lnTo>
                  <a:lnTo>
                    <a:pt x="1281125" y="762419"/>
                  </a:lnTo>
                  <a:close/>
                </a:path>
                <a:path w="2981959" h="2482215">
                  <a:moveTo>
                    <a:pt x="1981657" y="2016671"/>
                  </a:moveTo>
                  <a:lnTo>
                    <a:pt x="1871560" y="1632750"/>
                  </a:lnTo>
                  <a:lnTo>
                    <a:pt x="1733753" y="1152182"/>
                  </a:lnTo>
                  <a:lnTo>
                    <a:pt x="1615643" y="1185964"/>
                  </a:lnTo>
                  <a:lnTo>
                    <a:pt x="1714957" y="1532420"/>
                  </a:lnTo>
                  <a:lnTo>
                    <a:pt x="1337259" y="1640624"/>
                  </a:lnTo>
                  <a:lnTo>
                    <a:pt x="1237945" y="1294295"/>
                  </a:lnTo>
                  <a:lnTo>
                    <a:pt x="1119962" y="1328077"/>
                  </a:lnTo>
                  <a:lnTo>
                    <a:pt x="1340192" y="2096223"/>
                  </a:lnTo>
                  <a:lnTo>
                    <a:pt x="1336967" y="2098814"/>
                  </a:lnTo>
                  <a:lnTo>
                    <a:pt x="1316456" y="2112073"/>
                  </a:lnTo>
                  <a:lnTo>
                    <a:pt x="1295527" y="2122487"/>
                  </a:lnTo>
                  <a:lnTo>
                    <a:pt x="1274140" y="2130082"/>
                  </a:lnTo>
                  <a:lnTo>
                    <a:pt x="1245768" y="2135975"/>
                  </a:lnTo>
                  <a:lnTo>
                    <a:pt x="1220317" y="2136470"/>
                  </a:lnTo>
                  <a:lnTo>
                    <a:pt x="1197762" y="2131593"/>
                  </a:lnTo>
                  <a:lnTo>
                    <a:pt x="1160691" y="2104936"/>
                  </a:lnTo>
                  <a:lnTo>
                    <a:pt x="1130973" y="2052116"/>
                  </a:lnTo>
                  <a:lnTo>
                    <a:pt x="1118692" y="2015655"/>
                  </a:lnTo>
                  <a:lnTo>
                    <a:pt x="1037971" y="1733842"/>
                  </a:lnTo>
                  <a:lnTo>
                    <a:pt x="1028776" y="1701711"/>
                  </a:lnTo>
                  <a:lnTo>
                    <a:pt x="1202258" y="1651927"/>
                  </a:lnTo>
                  <a:lnTo>
                    <a:pt x="1191133" y="1613192"/>
                  </a:lnTo>
                  <a:lnTo>
                    <a:pt x="1176858" y="1563408"/>
                  </a:lnTo>
                  <a:lnTo>
                    <a:pt x="1003376" y="1613192"/>
                  </a:lnTo>
                  <a:lnTo>
                    <a:pt x="953084" y="1437932"/>
                  </a:lnTo>
                  <a:lnTo>
                    <a:pt x="853262" y="1513116"/>
                  </a:lnTo>
                  <a:lnTo>
                    <a:pt x="891235" y="1645323"/>
                  </a:lnTo>
                  <a:lnTo>
                    <a:pt x="825576" y="1664131"/>
                  </a:lnTo>
                  <a:lnTo>
                    <a:pt x="818070" y="1666278"/>
                  </a:lnTo>
                  <a:lnTo>
                    <a:pt x="626249" y="1721269"/>
                  </a:lnTo>
                  <a:lnTo>
                    <a:pt x="626719" y="1721269"/>
                  </a:lnTo>
                  <a:lnTo>
                    <a:pt x="653745" y="1815630"/>
                  </a:lnTo>
                  <a:lnTo>
                    <a:pt x="740486" y="1790738"/>
                  </a:lnTo>
                  <a:lnTo>
                    <a:pt x="894664" y="2328329"/>
                  </a:lnTo>
                  <a:lnTo>
                    <a:pt x="1006805" y="2296198"/>
                  </a:lnTo>
                  <a:lnTo>
                    <a:pt x="861872" y="1790738"/>
                  </a:lnTo>
                  <a:lnTo>
                    <a:pt x="851573" y="1754797"/>
                  </a:lnTo>
                  <a:lnTo>
                    <a:pt x="850950" y="1752663"/>
                  </a:lnTo>
                  <a:lnTo>
                    <a:pt x="916635" y="1733842"/>
                  </a:lnTo>
                  <a:lnTo>
                    <a:pt x="1019505" y="2092617"/>
                  </a:lnTo>
                  <a:lnTo>
                    <a:pt x="1034389" y="2132368"/>
                  </a:lnTo>
                  <a:lnTo>
                    <a:pt x="1054658" y="2166620"/>
                  </a:lnTo>
                  <a:lnTo>
                    <a:pt x="1080350" y="2195372"/>
                  </a:lnTo>
                  <a:lnTo>
                    <a:pt x="1111453" y="2218601"/>
                  </a:lnTo>
                  <a:lnTo>
                    <a:pt x="1180896" y="2243937"/>
                  </a:lnTo>
                  <a:lnTo>
                    <a:pt x="1217015" y="2244890"/>
                  </a:lnTo>
                  <a:lnTo>
                    <a:pt x="1254074" y="2238032"/>
                  </a:lnTo>
                  <a:lnTo>
                    <a:pt x="1294511" y="2225268"/>
                  </a:lnTo>
                  <a:lnTo>
                    <a:pt x="1332585" y="2210778"/>
                  </a:lnTo>
                  <a:lnTo>
                    <a:pt x="1368336" y="2194547"/>
                  </a:lnTo>
                  <a:lnTo>
                    <a:pt x="1371777" y="2192693"/>
                  </a:lnTo>
                  <a:lnTo>
                    <a:pt x="1376273" y="2190280"/>
                  </a:lnTo>
                  <a:lnTo>
                    <a:pt x="1485849" y="2158784"/>
                  </a:lnTo>
                  <a:lnTo>
                    <a:pt x="1464043" y="2082711"/>
                  </a:lnTo>
                  <a:lnTo>
                    <a:pt x="1366088" y="1740954"/>
                  </a:lnTo>
                  <a:lnTo>
                    <a:pt x="1716290" y="1640624"/>
                  </a:lnTo>
                  <a:lnTo>
                    <a:pt x="1743786" y="1632750"/>
                  </a:lnTo>
                  <a:lnTo>
                    <a:pt x="1863547" y="2050453"/>
                  </a:lnTo>
                  <a:lnTo>
                    <a:pt x="1981657" y="2016671"/>
                  </a:lnTo>
                  <a:close/>
                </a:path>
                <a:path w="2981959" h="2482215">
                  <a:moveTo>
                    <a:pt x="2505278" y="1866557"/>
                  </a:moveTo>
                  <a:lnTo>
                    <a:pt x="2489428" y="1811312"/>
                  </a:lnTo>
                  <a:lnTo>
                    <a:pt x="2324049" y="1234478"/>
                  </a:lnTo>
                  <a:lnTo>
                    <a:pt x="2211908" y="1266609"/>
                  </a:lnTo>
                  <a:lnTo>
                    <a:pt x="2339162" y="1710474"/>
                  </a:lnTo>
                  <a:lnTo>
                    <a:pt x="2335606" y="1733461"/>
                  </a:lnTo>
                  <a:lnTo>
                    <a:pt x="2327821" y="1756308"/>
                  </a:lnTo>
                  <a:lnTo>
                    <a:pt x="2299538" y="1801660"/>
                  </a:lnTo>
                  <a:lnTo>
                    <a:pt x="2257971" y="1839379"/>
                  </a:lnTo>
                  <a:lnTo>
                    <a:pt x="2207082" y="1862620"/>
                  </a:lnTo>
                  <a:lnTo>
                    <a:pt x="2159724" y="1869871"/>
                  </a:lnTo>
                  <a:lnTo>
                    <a:pt x="2119172" y="1862480"/>
                  </a:lnTo>
                  <a:lnTo>
                    <a:pt x="2085416" y="1840484"/>
                  </a:lnTo>
                  <a:lnTo>
                    <a:pt x="2058454" y="1803869"/>
                  </a:lnTo>
                  <a:lnTo>
                    <a:pt x="2038299" y="1752663"/>
                  </a:lnTo>
                  <a:lnTo>
                    <a:pt x="1922729" y="1349540"/>
                  </a:lnTo>
                  <a:lnTo>
                    <a:pt x="1810588" y="1381671"/>
                  </a:lnTo>
                  <a:lnTo>
                    <a:pt x="1929587" y="1796580"/>
                  </a:lnTo>
                  <a:lnTo>
                    <a:pt x="1947849" y="1847329"/>
                  </a:lnTo>
                  <a:lnTo>
                    <a:pt x="1971217" y="1889836"/>
                  </a:lnTo>
                  <a:lnTo>
                    <a:pt x="1999716" y="1924100"/>
                  </a:lnTo>
                  <a:lnTo>
                    <a:pt x="2033346" y="1950123"/>
                  </a:lnTo>
                  <a:lnTo>
                    <a:pt x="2071420" y="1967420"/>
                  </a:lnTo>
                  <a:lnTo>
                    <a:pt x="2113445" y="1975497"/>
                  </a:lnTo>
                  <a:lnTo>
                    <a:pt x="2159431" y="1974380"/>
                  </a:lnTo>
                  <a:lnTo>
                    <a:pt x="2209368" y="1964093"/>
                  </a:lnTo>
                  <a:lnTo>
                    <a:pt x="2262111" y="1940572"/>
                  </a:lnTo>
                  <a:lnTo>
                    <a:pt x="2311730" y="1901228"/>
                  </a:lnTo>
                  <a:lnTo>
                    <a:pt x="2339149" y="1869871"/>
                  </a:lnTo>
                  <a:lnTo>
                    <a:pt x="2361463" y="1832940"/>
                  </a:lnTo>
                  <a:lnTo>
                    <a:pt x="2368118" y="1811312"/>
                  </a:lnTo>
                  <a:lnTo>
                    <a:pt x="2393137" y="1898688"/>
                  </a:lnTo>
                  <a:lnTo>
                    <a:pt x="2505278" y="1866557"/>
                  </a:lnTo>
                  <a:close/>
                </a:path>
                <a:path w="2981959" h="2482215">
                  <a:moveTo>
                    <a:pt x="2981871" y="1528279"/>
                  </a:moveTo>
                  <a:lnTo>
                    <a:pt x="2980677" y="1481810"/>
                  </a:lnTo>
                  <a:lnTo>
                    <a:pt x="2973908" y="1432687"/>
                  </a:lnTo>
                  <a:lnTo>
                    <a:pt x="2961703" y="1381671"/>
                  </a:lnTo>
                  <a:lnTo>
                    <a:pt x="2961589" y="1381163"/>
                  </a:lnTo>
                  <a:lnTo>
                    <a:pt x="2943288" y="1329512"/>
                  </a:lnTo>
                  <a:lnTo>
                    <a:pt x="2943199" y="1329258"/>
                  </a:lnTo>
                  <a:lnTo>
                    <a:pt x="2919463" y="1282966"/>
                  </a:lnTo>
                  <a:lnTo>
                    <a:pt x="2891777" y="1244257"/>
                  </a:lnTo>
                  <a:lnTo>
                    <a:pt x="2890355" y="1242275"/>
                  </a:lnTo>
                  <a:lnTo>
                    <a:pt x="2864561" y="1216037"/>
                  </a:lnTo>
                  <a:lnTo>
                    <a:pt x="2864561" y="1535150"/>
                  </a:lnTo>
                  <a:lnTo>
                    <a:pt x="2860929" y="1580972"/>
                  </a:lnTo>
                  <a:lnTo>
                    <a:pt x="2848432" y="1619288"/>
                  </a:lnTo>
                  <a:lnTo>
                    <a:pt x="2826499" y="1651584"/>
                  </a:lnTo>
                  <a:lnTo>
                    <a:pt x="2794457" y="1679333"/>
                  </a:lnTo>
                  <a:lnTo>
                    <a:pt x="2752306" y="1702549"/>
                  </a:lnTo>
                  <a:lnTo>
                    <a:pt x="2700096" y="1721269"/>
                  </a:lnTo>
                  <a:lnTo>
                    <a:pt x="2671737" y="1723529"/>
                  </a:lnTo>
                  <a:lnTo>
                    <a:pt x="2652623" y="1721739"/>
                  </a:lnTo>
                  <a:lnTo>
                    <a:pt x="2608999" y="1713217"/>
                  </a:lnTo>
                  <a:lnTo>
                    <a:pt x="2474925" y="1334300"/>
                  </a:lnTo>
                  <a:lnTo>
                    <a:pt x="2479992" y="1324952"/>
                  </a:lnTo>
                  <a:lnTo>
                    <a:pt x="2513787" y="1288580"/>
                  </a:lnTo>
                  <a:lnTo>
                    <a:pt x="2555227" y="1258773"/>
                  </a:lnTo>
                  <a:lnTo>
                    <a:pt x="2594737" y="1248702"/>
                  </a:lnTo>
                  <a:lnTo>
                    <a:pt x="2658541" y="1244257"/>
                  </a:lnTo>
                  <a:lnTo>
                    <a:pt x="2700375" y="1252601"/>
                  </a:lnTo>
                  <a:lnTo>
                    <a:pt x="2739339" y="1269911"/>
                  </a:lnTo>
                  <a:lnTo>
                    <a:pt x="2774099" y="1295730"/>
                  </a:lnTo>
                  <a:lnTo>
                    <a:pt x="2803347" y="1329512"/>
                  </a:lnTo>
                  <a:lnTo>
                    <a:pt x="2827058" y="1371257"/>
                  </a:lnTo>
                  <a:lnTo>
                    <a:pt x="2845257" y="1420914"/>
                  </a:lnTo>
                  <a:lnTo>
                    <a:pt x="2859316" y="1481810"/>
                  </a:lnTo>
                  <a:lnTo>
                    <a:pt x="2864561" y="1535150"/>
                  </a:lnTo>
                  <a:lnTo>
                    <a:pt x="2864561" y="1216037"/>
                  </a:lnTo>
                  <a:lnTo>
                    <a:pt x="2816047" y="1177709"/>
                  </a:lnTo>
                  <a:lnTo>
                    <a:pt x="2772575" y="1155204"/>
                  </a:lnTo>
                  <a:lnTo>
                    <a:pt x="2727236" y="1141018"/>
                  </a:lnTo>
                  <a:lnTo>
                    <a:pt x="2680004" y="1135151"/>
                  </a:lnTo>
                  <a:lnTo>
                    <a:pt x="2630906" y="1137602"/>
                  </a:lnTo>
                  <a:lnTo>
                    <a:pt x="2579954" y="1148372"/>
                  </a:lnTo>
                  <a:lnTo>
                    <a:pt x="2538399" y="1165237"/>
                  </a:lnTo>
                  <a:lnTo>
                    <a:pt x="2498674" y="1191425"/>
                  </a:lnTo>
                  <a:lnTo>
                    <a:pt x="2467229" y="1221219"/>
                  </a:lnTo>
                  <a:lnTo>
                    <a:pt x="2450287" y="1248702"/>
                  </a:lnTo>
                  <a:lnTo>
                    <a:pt x="2362657" y="943013"/>
                  </a:lnTo>
                  <a:lnTo>
                    <a:pt x="2250516" y="975144"/>
                  </a:lnTo>
                  <a:lnTo>
                    <a:pt x="2509393" y="1877898"/>
                  </a:lnTo>
                  <a:lnTo>
                    <a:pt x="2509469" y="1878114"/>
                  </a:lnTo>
                  <a:lnTo>
                    <a:pt x="2565476" y="1861985"/>
                  </a:lnTo>
                  <a:lnTo>
                    <a:pt x="2588590" y="1793405"/>
                  </a:lnTo>
                  <a:lnTo>
                    <a:pt x="2604427" y="1801190"/>
                  </a:lnTo>
                  <a:lnTo>
                    <a:pt x="2622600" y="1807400"/>
                  </a:lnTo>
                  <a:lnTo>
                    <a:pt x="2643149" y="1811997"/>
                  </a:lnTo>
                  <a:lnTo>
                    <a:pt x="2666657" y="1815084"/>
                  </a:lnTo>
                  <a:lnTo>
                    <a:pt x="2667749" y="1815084"/>
                  </a:lnTo>
                  <a:lnTo>
                    <a:pt x="2689936" y="1816112"/>
                  </a:lnTo>
                  <a:lnTo>
                    <a:pt x="2713393" y="1815084"/>
                  </a:lnTo>
                  <a:lnTo>
                    <a:pt x="2735503" y="1811997"/>
                  </a:lnTo>
                  <a:lnTo>
                    <a:pt x="2735884" y="1811997"/>
                  </a:lnTo>
                  <a:lnTo>
                    <a:pt x="2759024" y="1806486"/>
                  </a:lnTo>
                  <a:lnTo>
                    <a:pt x="2795130" y="1793405"/>
                  </a:lnTo>
                  <a:lnTo>
                    <a:pt x="2810941" y="1787690"/>
                  </a:lnTo>
                  <a:lnTo>
                    <a:pt x="2856204" y="1762963"/>
                  </a:lnTo>
                  <a:lnTo>
                    <a:pt x="2894825" y="1732305"/>
                  </a:lnTo>
                  <a:lnTo>
                    <a:pt x="2926778" y="1695729"/>
                  </a:lnTo>
                  <a:lnTo>
                    <a:pt x="2952064" y="1653197"/>
                  </a:lnTo>
                  <a:lnTo>
                    <a:pt x="2967558" y="1614017"/>
                  </a:lnTo>
                  <a:lnTo>
                    <a:pt x="2977502" y="1572374"/>
                  </a:lnTo>
                  <a:lnTo>
                    <a:pt x="2981871" y="1528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20147" y="3280409"/>
              <a:ext cx="1824989" cy="1824989"/>
            </a:xfrm>
            <a:custGeom>
              <a:avLst/>
              <a:gdLst/>
              <a:ahLst/>
              <a:cxnLst/>
              <a:rect l="l" t="t" r="r" b="b"/>
              <a:pathLst>
                <a:path w="1824990" h="1824989">
                  <a:moveTo>
                    <a:pt x="910717" y="0"/>
                  </a:moveTo>
                  <a:lnTo>
                    <a:pt x="866521" y="8636"/>
                  </a:lnTo>
                  <a:lnTo>
                    <a:pt x="827531" y="34417"/>
                  </a:lnTo>
                  <a:lnTo>
                    <a:pt x="662051" y="199898"/>
                  </a:lnTo>
                  <a:lnTo>
                    <a:pt x="871981" y="409829"/>
                  </a:lnTo>
                  <a:lnTo>
                    <a:pt x="909574" y="402590"/>
                  </a:lnTo>
                  <a:lnTo>
                    <a:pt x="947547" y="405765"/>
                  </a:lnTo>
                  <a:lnTo>
                    <a:pt x="983615" y="419354"/>
                  </a:lnTo>
                  <a:lnTo>
                    <a:pt x="1015619" y="443230"/>
                  </a:lnTo>
                  <a:lnTo>
                    <a:pt x="1039622" y="475488"/>
                  </a:lnTo>
                  <a:lnTo>
                    <a:pt x="1053083" y="511810"/>
                  </a:lnTo>
                  <a:lnTo>
                    <a:pt x="1056131" y="550037"/>
                  </a:lnTo>
                  <a:lnTo>
                    <a:pt x="1048766" y="587756"/>
                  </a:lnTo>
                  <a:lnTo>
                    <a:pt x="1251077" y="790067"/>
                  </a:lnTo>
                  <a:lnTo>
                    <a:pt x="1288796" y="782574"/>
                  </a:lnTo>
                  <a:lnTo>
                    <a:pt x="1327023" y="785622"/>
                  </a:lnTo>
                  <a:lnTo>
                    <a:pt x="1363345" y="799084"/>
                  </a:lnTo>
                  <a:lnTo>
                    <a:pt x="1395602" y="823214"/>
                  </a:lnTo>
                  <a:lnTo>
                    <a:pt x="1421765" y="859536"/>
                  </a:lnTo>
                  <a:lnTo>
                    <a:pt x="1434846" y="900684"/>
                  </a:lnTo>
                  <a:lnTo>
                    <a:pt x="1434846" y="943483"/>
                  </a:lnTo>
                  <a:lnTo>
                    <a:pt x="1421765" y="984631"/>
                  </a:lnTo>
                  <a:lnTo>
                    <a:pt x="1395602" y="1020953"/>
                  </a:lnTo>
                  <a:lnTo>
                    <a:pt x="1359280" y="1047242"/>
                  </a:lnTo>
                  <a:lnTo>
                    <a:pt x="1318005" y="1060323"/>
                  </a:lnTo>
                  <a:lnTo>
                    <a:pt x="1275206" y="1060323"/>
                  </a:lnTo>
                  <a:lnTo>
                    <a:pt x="1234058" y="1047242"/>
                  </a:lnTo>
                  <a:lnTo>
                    <a:pt x="1197736" y="1020953"/>
                  </a:lnTo>
                  <a:lnTo>
                    <a:pt x="1172718" y="986917"/>
                  </a:lnTo>
                  <a:lnTo>
                    <a:pt x="1159255" y="948436"/>
                  </a:lnTo>
                  <a:lnTo>
                    <a:pt x="1157477" y="908177"/>
                  </a:lnTo>
                  <a:lnTo>
                    <a:pt x="1167256" y="868934"/>
                  </a:lnTo>
                  <a:lnTo>
                    <a:pt x="978661" y="680212"/>
                  </a:lnTo>
                  <a:lnTo>
                    <a:pt x="978534" y="1176655"/>
                  </a:lnTo>
                  <a:lnTo>
                    <a:pt x="1015619" y="1203071"/>
                  </a:lnTo>
                  <a:lnTo>
                    <a:pt x="1041780" y="1239393"/>
                  </a:lnTo>
                  <a:lnTo>
                    <a:pt x="1054861" y="1280541"/>
                  </a:lnTo>
                  <a:lnTo>
                    <a:pt x="1054861" y="1323467"/>
                  </a:lnTo>
                  <a:lnTo>
                    <a:pt x="1041780" y="1364615"/>
                  </a:lnTo>
                  <a:lnTo>
                    <a:pt x="1015619" y="1400937"/>
                  </a:lnTo>
                  <a:lnTo>
                    <a:pt x="979297" y="1427099"/>
                  </a:lnTo>
                  <a:lnTo>
                    <a:pt x="938022" y="1440307"/>
                  </a:lnTo>
                  <a:lnTo>
                    <a:pt x="895223" y="1440307"/>
                  </a:lnTo>
                  <a:lnTo>
                    <a:pt x="854075" y="1427099"/>
                  </a:lnTo>
                  <a:lnTo>
                    <a:pt x="817879" y="1400937"/>
                  </a:lnTo>
                  <a:lnTo>
                    <a:pt x="791591" y="1364615"/>
                  </a:lnTo>
                  <a:lnTo>
                    <a:pt x="778509" y="1323467"/>
                  </a:lnTo>
                  <a:lnTo>
                    <a:pt x="778509" y="1280541"/>
                  </a:lnTo>
                  <a:lnTo>
                    <a:pt x="791591" y="1239393"/>
                  </a:lnTo>
                  <a:lnTo>
                    <a:pt x="828294" y="1193673"/>
                  </a:lnTo>
                  <a:lnTo>
                    <a:pt x="863600" y="1172591"/>
                  </a:lnTo>
                  <a:lnTo>
                    <a:pt x="863600" y="671576"/>
                  </a:lnTo>
                  <a:lnTo>
                    <a:pt x="817879" y="640969"/>
                  </a:lnTo>
                  <a:lnTo>
                    <a:pt x="792606" y="606806"/>
                  </a:lnTo>
                  <a:lnTo>
                    <a:pt x="779272" y="568071"/>
                  </a:lnTo>
                  <a:lnTo>
                    <a:pt x="777621" y="527685"/>
                  </a:lnTo>
                  <a:lnTo>
                    <a:pt x="787653" y="488188"/>
                  </a:lnTo>
                  <a:lnTo>
                    <a:pt x="580771" y="281178"/>
                  </a:lnTo>
                  <a:lnTo>
                    <a:pt x="34417" y="827532"/>
                  </a:lnTo>
                  <a:lnTo>
                    <a:pt x="8635" y="866394"/>
                  </a:lnTo>
                  <a:lnTo>
                    <a:pt x="0" y="910717"/>
                  </a:lnTo>
                  <a:lnTo>
                    <a:pt x="8635" y="954913"/>
                  </a:lnTo>
                  <a:lnTo>
                    <a:pt x="34417" y="993775"/>
                  </a:lnTo>
                  <a:lnTo>
                    <a:pt x="831215" y="1790573"/>
                  </a:lnTo>
                  <a:lnTo>
                    <a:pt x="870076" y="1816354"/>
                  </a:lnTo>
                  <a:lnTo>
                    <a:pt x="914400" y="1824990"/>
                  </a:lnTo>
                  <a:lnTo>
                    <a:pt x="958596" y="1816354"/>
                  </a:lnTo>
                  <a:lnTo>
                    <a:pt x="997457" y="1790573"/>
                  </a:lnTo>
                  <a:lnTo>
                    <a:pt x="1790573" y="997458"/>
                  </a:lnTo>
                  <a:lnTo>
                    <a:pt x="1816353" y="958596"/>
                  </a:lnTo>
                  <a:lnTo>
                    <a:pt x="1824990" y="914400"/>
                  </a:lnTo>
                  <a:lnTo>
                    <a:pt x="1816353" y="870077"/>
                  </a:lnTo>
                  <a:lnTo>
                    <a:pt x="1790573" y="831215"/>
                  </a:lnTo>
                  <a:lnTo>
                    <a:pt x="993775" y="34417"/>
                  </a:lnTo>
                  <a:lnTo>
                    <a:pt x="954912" y="8636"/>
                  </a:lnTo>
                  <a:lnTo>
                    <a:pt x="910717" y="0"/>
                  </a:lnTo>
                  <a:close/>
                </a:path>
              </a:pathLst>
            </a:custGeom>
            <a:solidFill>
              <a:srgbClr val="DE4A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Github GIFs - Find &amp; Share on GIPHY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4394" y="4756784"/>
              <a:ext cx="1555115" cy="151942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9895" y="2089966"/>
            <a:ext cx="77247" cy="1218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4315383"/>
            <a:ext cx="111817" cy="20543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413510" y="2402128"/>
            <a:ext cx="2106930" cy="2107565"/>
            <a:chOff x="1413510" y="2402128"/>
            <a:chExt cx="2106930" cy="210756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1446" y="3930624"/>
              <a:ext cx="111691" cy="2051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363" y="2776448"/>
              <a:ext cx="112121" cy="20513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41955" y="3639428"/>
              <a:ext cx="204279" cy="1126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7779" y="3160257"/>
              <a:ext cx="204279" cy="1126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23136" y="2711830"/>
              <a:ext cx="1487170" cy="1487170"/>
            </a:xfrm>
            <a:custGeom>
              <a:avLst/>
              <a:gdLst/>
              <a:ahLst/>
              <a:cxnLst/>
              <a:rect l="l" t="t" r="r" b="b"/>
              <a:pathLst>
                <a:path w="1487170" h="1487170">
                  <a:moveTo>
                    <a:pt x="481711" y="1037590"/>
                  </a:moveTo>
                  <a:lnTo>
                    <a:pt x="473329" y="1029716"/>
                  </a:lnTo>
                  <a:lnTo>
                    <a:pt x="457200" y="1013345"/>
                  </a:lnTo>
                  <a:lnTo>
                    <a:pt x="449199" y="1004824"/>
                  </a:lnTo>
                  <a:lnTo>
                    <a:pt x="0" y="1453769"/>
                  </a:lnTo>
                  <a:lnTo>
                    <a:pt x="32512" y="1486535"/>
                  </a:lnTo>
                  <a:lnTo>
                    <a:pt x="481711" y="1037590"/>
                  </a:lnTo>
                  <a:close/>
                </a:path>
                <a:path w="1487170" h="1487170">
                  <a:moveTo>
                    <a:pt x="482854" y="449326"/>
                  </a:moveTo>
                  <a:lnTo>
                    <a:pt x="34036" y="0"/>
                  </a:lnTo>
                  <a:lnTo>
                    <a:pt x="1270" y="32512"/>
                  </a:lnTo>
                  <a:lnTo>
                    <a:pt x="450215" y="481838"/>
                  </a:lnTo>
                  <a:lnTo>
                    <a:pt x="458089" y="473456"/>
                  </a:lnTo>
                  <a:lnTo>
                    <a:pt x="466217" y="465201"/>
                  </a:lnTo>
                  <a:lnTo>
                    <a:pt x="482854" y="449326"/>
                  </a:lnTo>
                  <a:close/>
                </a:path>
                <a:path w="1487170" h="1487170">
                  <a:moveTo>
                    <a:pt x="1486281" y="1454658"/>
                  </a:moveTo>
                  <a:lnTo>
                    <a:pt x="1037336" y="1005471"/>
                  </a:lnTo>
                  <a:lnTo>
                    <a:pt x="1029462" y="1013841"/>
                  </a:lnTo>
                  <a:lnTo>
                    <a:pt x="1021334" y="1022096"/>
                  </a:lnTo>
                  <a:lnTo>
                    <a:pt x="1013079" y="1030097"/>
                  </a:lnTo>
                  <a:lnTo>
                    <a:pt x="1004570" y="1037971"/>
                  </a:lnTo>
                  <a:lnTo>
                    <a:pt x="1453515" y="1487170"/>
                  </a:lnTo>
                  <a:lnTo>
                    <a:pt x="1486281" y="1454658"/>
                  </a:lnTo>
                  <a:close/>
                </a:path>
                <a:path w="1487170" h="1487170">
                  <a:moveTo>
                    <a:pt x="1487170" y="34290"/>
                  </a:moveTo>
                  <a:lnTo>
                    <a:pt x="1454658" y="1524"/>
                  </a:lnTo>
                  <a:lnTo>
                    <a:pt x="1005205" y="449834"/>
                  </a:lnTo>
                  <a:lnTo>
                    <a:pt x="1021842" y="465836"/>
                  </a:lnTo>
                  <a:lnTo>
                    <a:pt x="1029843" y="474091"/>
                  </a:lnTo>
                  <a:lnTo>
                    <a:pt x="1037717" y="482600"/>
                  </a:lnTo>
                  <a:lnTo>
                    <a:pt x="1487170" y="3429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5764" y="2783255"/>
              <a:ext cx="110365" cy="2023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7950" y="3925823"/>
              <a:ext cx="110365" cy="2024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94002" y="3636920"/>
              <a:ext cx="202336" cy="1102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37002" y="3163973"/>
              <a:ext cx="202336" cy="11021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01621" y="3288537"/>
              <a:ext cx="332740" cy="332740"/>
            </a:xfrm>
            <a:custGeom>
              <a:avLst/>
              <a:gdLst/>
              <a:ahLst/>
              <a:cxnLst/>
              <a:rect l="l" t="t" r="r" b="b"/>
              <a:pathLst>
                <a:path w="332739" h="332739">
                  <a:moveTo>
                    <a:pt x="332486" y="166243"/>
                  </a:moveTo>
                  <a:lnTo>
                    <a:pt x="322834" y="110363"/>
                  </a:lnTo>
                  <a:lnTo>
                    <a:pt x="299085" y="66421"/>
                  </a:lnTo>
                  <a:lnTo>
                    <a:pt x="266573" y="33655"/>
                  </a:lnTo>
                  <a:lnTo>
                    <a:pt x="261239" y="30099"/>
                  </a:lnTo>
                  <a:lnTo>
                    <a:pt x="255778" y="26035"/>
                  </a:lnTo>
                  <a:lnTo>
                    <a:pt x="240538" y="17526"/>
                  </a:lnTo>
                  <a:lnTo>
                    <a:pt x="229870" y="12700"/>
                  </a:lnTo>
                  <a:lnTo>
                    <a:pt x="226695" y="11557"/>
                  </a:lnTo>
                  <a:lnTo>
                    <a:pt x="219075" y="8636"/>
                  </a:lnTo>
                  <a:lnTo>
                    <a:pt x="177800" y="508"/>
                  </a:lnTo>
                  <a:lnTo>
                    <a:pt x="166370" y="0"/>
                  </a:lnTo>
                  <a:lnTo>
                    <a:pt x="154813" y="381"/>
                  </a:lnTo>
                  <a:lnTo>
                    <a:pt x="109855" y="9779"/>
                  </a:lnTo>
                  <a:lnTo>
                    <a:pt x="66421" y="33401"/>
                  </a:lnTo>
                  <a:lnTo>
                    <a:pt x="33655" y="65913"/>
                  </a:lnTo>
                  <a:lnTo>
                    <a:pt x="30226" y="71247"/>
                  </a:lnTo>
                  <a:lnTo>
                    <a:pt x="26162" y="76708"/>
                  </a:lnTo>
                  <a:lnTo>
                    <a:pt x="8763" y="113411"/>
                  </a:lnTo>
                  <a:lnTo>
                    <a:pt x="508" y="154559"/>
                  </a:lnTo>
                  <a:lnTo>
                    <a:pt x="0" y="166116"/>
                  </a:lnTo>
                  <a:lnTo>
                    <a:pt x="381" y="177673"/>
                  </a:lnTo>
                  <a:lnTo>
                    <a:pt x="2540" y="195834"/>
                  </a:lnTo>
                  <a:lnTo>
                    <a:pt x="3683" y="201676"/>
                  </a:lnTo>
                  <a:lnTo>
                    <a:pt x="5715" y="207899"/>
                  </a:lnTo>
                  <a:lnTo>
                    <a:pt x="9906" y="222631"/>
                  </a:lnTo>
                  <a:lnTo>
                    <a:pt x="33528" y="265938"/>
                  </a:lnTo>
                  <a:lnTo>
                    <a:pt x="66040" y="298704"/>
                  </a:lnTo>
                  <a:lnTo>
                    <a:pt x="71247" y="302260"/>
                  </a:lnTo>
                  <a:lnTo>
                    <a:pt x="76708" y="306324"/>
                  </a:lnTo>
                  <a:lnTo>
                    <a:pt x="113411" y="323723"/>
                  </a:lnTo>
                  <a:lnTo>
                    <a:pt x="154432" y="331851"/>
                  </a:lnTo>
                  <a:lnTo>
                    <a:pt x="166243" y="332359"/>
                  </a:lnTo>
                  <a:lnTo>
                    <a:pt x="177800" y="332105"/>
                  </a:lnTo>
                  <a:lnTo>
                    <a:pt x="195961" y="329819"/>
                  </a:lnTo>
                  <a:lnTo>
                    <a:pt x="201803" y="328676"/>
                  </a:lnTo>
                  <a:lnTo>
                    <a:pt x="207899" y="326771"/>
                  </a:lnTo>
                  <a:lnTo>
                    <a:pt x="215392" y="324993"/>
                  </a:lnTo>
                  <a:lnTo>
                    <a:pt x="266065" y="298958"/>
                  </a:lnTo>
                  <a:lnTo>
                    <a:pt x="298831" y="266446"/>
                  </a:lnTo>
                  <a:lnTo>
                    <a:pt x="302387" y="261239"/>
                  </a:lnTo>
                  <a:lnTo>
                    <a:pt x="306451" y="255778"/>
                  </a:lnTo>
                  <a:lnTo>
                    <a:pt x="314833" y="240538"/>
                  </a:lnTo>
                  <a:lnTo>
                    <a:pt x="317500" y="234696"/>
                  </a:lnTo>
                  <a:lnTo>
                    <a:pt x="204343" y="281432"/>
                  </a:lnTo>
                  <a:lnTo>
                    <a:pt x="197104" y="283845"/>
                  </a:lnTo>
                  <a:lnTo>
                    <a:pt x="189484" y="285115"/>
                  </a:lnTo>
                  <a:lnTo>
                    <a:pt x="188341" y="285496"/>
                  </a:lnTo>
                  <a:lnTo>
                    <a:pt x="176911" y="287274"/>
                  </a:lnTo>
                  <a:lnTo>
                    <a:pt x="165227" y="287782"/>
                  </a:lnTo>
                  <a:lnTo>
                    <a:pt x="153670" y="287147"/>
                  </a:lnTo>
                  <a:lnTo>
                    <a:pt x="142240" y="285623"/>
                  </a:lnTo>
                  <a:lnTo>
                    <a:pt x="141605" y="285877"/>
                  </a:lnTo>
                  <a:lnTo>
                    <a:pt x="141478" y="285242"/>
                  </a:lnTo>
                  <a:lnTo>
                    <a:pt x="140843" y="285496"/>
                  </a:lnTo>
                  <a:lnTo>
                    <a:pt x="129667" y="282702"/>
                  </a:lnTo>
                  <a:lnTo>
                    <a:pt x="118999" y="278765"/>
                  </a:lnTo>
                  <a:lnTo>
                    <a:pt x="108839" y="273939"/>
                  </a:lnTo>
                  <a:lnTo>
                    <a:pt x="98933" y="268097"/>
                  </a:lnTo>
                  <a:lnTo>
                    <a:pt x="98679" y="267589"/>
                  </a:lnTo>
                  <a:lnTo>
                    <a:pt x="98171" y="267716"/>
                  </a:lnTo>
                  <a:lnTo>
                    <a:pt x="97917" y="267208"/>
                  </a:lnTo>
                  <a:lnTo>
                    <a:pt x="88773" y="260350"/>
                  </a:lnTo>
                  <a:lnTo>
                    <a:pt x="80264" y="252603"/>
                  </a:lnTo>
                  <a:lnTo>
                    <a:pt x="72390" y="244094"/>
                  </a:lnTo>
                  <a:lnTo>
                    <a:pt x="65405" y="234442"/>
                  </a:lnTo>
                  <a:lnTo>
                    <a:pt x="64643" y="232918"/>
                  </a:lnTo>
                  <a:lnTo>
                    <a:pt x="56896" y="220218"/>
                  </a:lnTo>
                  <a:lnTo>
                    <a:pt x="50927" y="205613"/>
                  </a:lnTo>
                  <a:lnTo>
                    <a:pt x="48768" y="198882"/>
                  </a:lnTo>
                  <a:lnTo>
                    <a:pt x="47498" y="191262"/>
                  </a:lnTo>
                  <a:lnTo>
                    <a:pt x="47117" y="190119"/>
                  </a:lnTo>
                  <a:lnTo>
                    <a:pt x="45339" y="178689"/>
                  </a:lnTo>
                  <a:lnTo>
                    <a:pt x="44831" y="167005"/>
                  </a:lnTo>
                  <a:lnTo>
                    <a:pt x="45466" y="155321"/>
                  </a:lnTo>
                  <a:lnTo>
                    <a:pt x="46990" y="144018"/>
                  </a:lnTo>
                  <a:lnTo>
                    <a:pt x="46736" y="143383"/>
                  </a:lnTo>
                  <a:lnTo>
                    <a:pt x="47244" y="143256"/>
                  </a:lnTo>
                  <a:lnTo>
                    <a:pt x="47117" y="142621"/>
                  </a:lnTo>
                  <a:lnTo>
                    <a:pt x="49911" y="131572"/>
                  </a:lnTo>
                  <a:lnTo>
                    <a:pt x="53721" y="120777"/>
                  </a:lnTo>
                  <a:lnTo>
                    <a:pt x="58674" y="110617"/>
                  </a:lnTo>
                  <a:lnTo>
                    <a:pt x="64516" y="100711"/>
                  </a:lnTo>
                  <a:lnTo>
                    <a:pt x="65024" y="100457"/>
                  </a:lnTo>
                  <a:lnTo>
                    <a:pt x="64770" y="99949"/>
                  </a:lnTo>
                  <a:lnTo>
                    <a:pt x="65405" y="99695"/>
                  </a:lnTo>
                  <a:lnTo>
                    <a:pt x="99187" y="66675"/>
                  </a:lnTo>
                  <a:lnTo>
                    <a:pt x="112395" y="58801"/>
                  </a:lnTo>
                  <a:lnTo>
                    <a:pt x="127203" y="52679"/>
                  </a:lnTo>
                  <a:lnTo>
                    <a:pt x="133604" y="50546"/>
                  </a:lnTo>
                  <a:lnTo>
                    <a:pt x="141351" y="49276"/>
                  </a:lnTo>
                  <a:lnTo>
                    <a:pt x="142494" y="48895"/>
                  </a:lnTo>
                  <a:lnTo>
                    <a:pt x="153924" y="47117"/>
                  </a:lnTo>
                  <a:lnTo>
                    <a:pt x="165608" y="46609"/>
                  </a:lnTo>
                  <a:lnTo>
                    <a:pt x="177165" y="47244"/>
                  </a:lnTo>
                  <a:lnTo>
                    <a:pt x="188595" y="48768"/>
                  </a:lnTo>
                  <a:lnTo>
                    <a:pt x="189103" y="48514"/>
                  </a:lnTo>
                  <a:lnTo>
                    <a:pt x="189357" y="49022"/>
                  </a:lnTo>
                  <a:lnTo>
                    <a:pt x="189865" y="48895"/>
                  </a:lnTo>
                  <a:lnTo>
                    <a:pt x="201041" y="51689"/>
                  </a:lnTo>
                  <a:lnTo>
                    <a:pt x="211709" y="55626"/>
                  </a:lnTo>
                  <a:lnTo>
                    <a:pt x="221996" y="60452"/>
                  </a:lnTo>
                  <a:lnTo>
                    <a:pt x="231902" y="66294"/>
                  </a:lnTo>
                  <a:lnTo>
                    <a:pt x="232156" y="66802"/>
                  </a:lnTo>
                  <a:lnTo>
                    <a:pt x="232664" y="66548"/>
                  </a:lnTo>
                  <a:lnTo>
                    <a:pt x="232918" y="67183"/>
                  </a:lnTo>
                  <a:lnTo>
                    <a:pt x="265430" y="99949"/>
                  </a:lnTo>
                  <a:lnTo>
                    <a:pt x="265811" y="100965"/>
                  </a:lnTo>
                  <a:lnTo>
                    <a:pt x="273558" y="113665"/>
                  </a:lnTo>
                  <a:lnTo>
                    <a:pt x="279654" y="128143"/>
                  </a:lnTo>
                  <a:lnTo>
                    <a:pt x="282067" y="135509"/>
                  </a:lnTo>
                  <a:lnTo>
                    <a:pt x="283337" y="143129"/>
                  </a:lnTo>
                  <a:lnTo>
                    <a:pt x="283718" y="144272"/>
                  </a:lnTo>
                  <a:lnTo>
                    <a:pt x="285623" y="155956"/>
                  </a:lnTo>
                  <a:lnTo>
                    <a:pt x="286258" y="167513"/>
                  </a:lnTo>
                  <a:lnTo>
                    <a:pt x="285623" y="178943"/>
                  </a:lnTo>
                  <a:lnTo>
                    <a:pt x="283845" y="190373"/>
                  </a:lnTo>
                  <a:lnTo>
                    <a:pt x="284099" y="190881"/>
                  </a:lnTo>
                  <a:lnTo>
                    <a:pt x="283464" y="191135"/>
                  </a:lnTo>
                  <a:lnTo>
                    <a:pt x="283718" y="191643"/>
                  </a:lnTo>
                  <a:lnTo>
                    <a:pt x="280924" y="202819"/>
                  </a:lnTo>
                  <a:lnTo>
                    <a:pt x="276987" y="213487"/>
                  </a:lnTo>
                  <a:lnTo>
                    <a:pt x="272161" y="223774"/>
                  </a:lnTo>
                  <a:lnTo>
                    <a:pt x="266319" y="233680"/>
                  </a:lnTo>
                  <a:lnTo>
                    <a:pt x="265811" y="233934"/>
                  </a:lnTo>
                  <a:lnTo>
                    <a:pt x="265938" y="234442"/>
                  </a:lnTo>
                  <a:lnTo>
                    <a:pt x="265430" y="234696"/>
                  </a:lnTo>
                  <a:lnTo>
                    <a:pt x="258572" y="243840"/>
                  </a:lnTo>
                  <a:lnTo>
                    <a:pt x="250825" y="252349"/>
                  </a:lnTo>
                  <a:lnTo>
                    <a:pt x="242189" y="260223"/>
                  </a:lnTo>
                  <a:lnTo>
                    <a:pt x="232664" y="267208"/>
                  </a:lnTo>
                  <a:lnTo>
                    <a:pt x="218440" y="275590"/>
                  </a:lnTo>
                  <a:lnTo>
                    <a:pt x="317500" y="234696"/>
                  </a:lnTo>
                  <a:lnTo>
                    <a:pt x="319659" y="229870"/>
                  </a:lnTo>
                  <a:lnTo>
                    <a:pt x="323850" y="219075"/>
                  </a:lnTo>
                  <a:lnTo>
                    <a:pt x="331978" y="177800"/>
                  </a:lnTo>
                  <a:lnTo>
                    <a:pt x="332486" y="166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39037" y="2428239"/>
              <a:ext cx="2055495" cy="2055495"/>
            </a:xfrm>
            <a:custGeom>
              <a:avLst/>
              <a:gdLst/>
              <a:ahLst/>
              <a:cxnLst/>
              <a:rect l="l" t="t" r="r" b="b"/>
              <a:pathLst>
                <a:path w="2055495" h="2055495">
                  <a:moveTo>
                    <a:pt x="634860" y="1038860"/>
                  </a:moveTo>
                  <a:lnTo>
                    <a:pt x="634542" y="1038860"/>
                  </a:lnTo>
                  <a:lnTo>
                    <a:pt x="634542" y="1027430"/>
                  </a:lnTo>
                  <a:lnTo>
                    <a:pt x="634746" y="1027430"/>
                  </a:lnTo>
                  <a:lnTo>
                    <a:pt x="634746" y="1004570"/>
                  </a:lnTo>
                  <a:lnTo>
                    <a:pt x="211658" y="1004570"/>
                  </a:lnTo>
                  <a:lnTo>
                    <a:pt x="211658" y="1003300"/>
                  </a:lnTo>
                  <a:lnTo>
                    <a:pt x="0" y="1003300"/>
                  </a:lnTo>
                  <a:lnTo>
                    <a:pt x="0" y="1004570"/>
                  </a:lnTo>
                  <a:lnTo>
                    <a:pt x="0" y="1027430"/>
                  </a:lnTo>
                  <a:lnTo>
                    <a:pt x="0" y="1038860"/>
                  </a:lnTo>
                  <a:lnTo>
                    <a:pt x="0" y="1050290"/>
                  </a:lnTo>
                  <a:lnTo>
                    <a:pt x="634860" y="1050290"/>
                  </a:lnTo>
                  <a:lnTo>
                    <a:pt x="634860" y="1038860"/>
                  </a:lnTo>
                  <a:close/>
                </a:path>
                <a:path w="2055495" h="2055495">
                  <a:moveTo>
                    <a:pt x="1050925" y="1419860"/>
                  </a:moveTo>
                  <a:lnTo>
                    <a:pt x="1027811" y="1420368"/>
                  </a:lnTo>
                  <a:lnTo>
                    <a:pt x="1004697" y="1419987"/>
                  </a:lnTo>
                  <a:lnTo>
                    <a:pt x="1003935" y="2054987"/>
                  </a:lnTo>
                  <a:lnTo>
                    <a:pt x="1050036" y="2054860"/>
                  </a:lnTo>
                  <a:lnTo>
                    <a:pt x="1050925" y="1419860"/>
                  </a:lnTo>
                  <a:close/>
                </a:path>
                <a:path w="2055495" h="2055495">
                  <a:moveTo>
                    <a:pt x="1051433" y="0"/>
                  </a:moveTo>
                  <a:lnTo>
                    <a:pt x="1005268" y="0"/>
                  </a:lnTo>
                  <a:lnTo>
                    <a:pt x="1005268" y="633730"/>
                  </a:lnTo>
                  <a:lnTo>
                    <a:pt x="1004824" y="633730"/>
                  </a:lnTo>
                  <a:lnTo>
                    <a:pt x="1004824" y="635000"/>
                  </a:lnTo>
                  <a:lnTo>
                    <a:pt x="1014069" y="635000"/>
                  </a:lnTo>
                  <a:lnTo>
                    <a:pt x="1014069" y="633730"/>
                  </a:lnTo>
                  <a:lnTo>
                    <a:pt x="1045273" y="633730"/>
                  </a:lnTo>
                  <a:lnTo>
                    <a:pt x="1045273" y="635000"/>
                  </a:lnTo>
                  <a:lnTo>
                    <a:pt x="1051052" y="635000"/>
                  </a:lnTo>
                  <a:lnTo>
                    <a:pt x="1051052" y="633730"/>
                  </a:lnTo>
                  <a:lnTo>
                    <a:pt x="1051433" y="633730"/>
                  </a:lnTo>
                  <a:lnTo>
                    <a:pt x="1051433" y="0"/>
                  </a:lnTo>
                  <a:close/>
                </a:path>
                <a:path w="2055495" h="2055495">
                  <a:moveTo>
                    <a:pt x="2055482" y="1050290"/>
                  </a:moveTo>
                  <a:lnTo>
                    <a:pt x="2055469" y="1038860"/>
                  </a:lnTo>
                  <a:lnTo>
                    <a:pt x="2055418" y="1016000"/>
                  </a:lnTo>
                  <a:lnTo>
                    <a:pt x="2055380" y="1005840"/>
                  </a:lnTo>
                  <a:lnTo>
                    <a:pt x="1873935" y="1005840"/>
                  </a:lnTo>
                  <a:lnTo>
                    <a:pt x="1873935" y="1004570"/>
                  </a:lnTo>
                  <a:lnTo>
                    <a:pt x="1420380" y="1004570"/>
                  </a:lnTo>
                  <a:lnTo>
                    <a:pt x="1420380" y="1005840"/>
                  </a:lnTo>
                  <a:lnTo>
                    <a:pt x="1420571" y="1005840"/>
                  </a:lnTo>
                  <a:lnTo>
                    <a:pt x="1420571" y="1016000"/>
                  </a:lnTo>
                  <a:lnTo>
                    <a:pt x="1420749" y="1016000"/>
                  </a:lnTo>
                  <a:lnTo>
                    <a:pt x="1420749" y="1038860"/>
                  </a:lnTo>
                  <a:lnTo>
                    <a:pt x="1420571" y="1038860"/>
                  </a:lnTo>
                  <a:lnTo>
                    <a:pt x="1420571" y="1050290"/>
                  </a:lnTo>
                  <a:lnTo>
                    <a:pt x="1601825" y="1050290"/>
                  </a:lnTo>
                  <a:lnTo>
                    <a:pt x="1601825" y="1051560"/>
                  </a:lnTo>
                  <a:lnTo>
                    <a:pt x="2055482" y="1051560"/>
                  </a:lnTo>
                  <a:lnTo>
                    <a:pt x="2055482" y="105029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18284" y="2402128"/>
              <a:ext cx="110365" cy="2023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5430" y="4306823"/>
              <a:ext cx="110365" cy="2024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3510" y="3794071"/>
              <a:ext cx="202361" cy="11028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18002" y="3006398"/>
              <a:ext cx="202336" cy="110308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10510" y="2391549"/>
            <a:ext cx="111818" cy="20534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6204" y="4700070"/>
            <a:ext cx="77247" cy="12186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11194" y="3958859"/>
            <a:ext cx="121023" cy="7808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326384" y="3799448"/>
            <a:ext cx="204279" cy="11265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02841" y="3000364"/>
            <a:ext cx="204279" cy="11265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01839" y="2875358"/>
            <a:ext cx="120260" cy="7777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94585" y="2102749"/>
            <a:ext cx="76640" cy="12076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62782" y="4687939"/>
            <a:ext cx="76417" cy="12028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699002" y="2882867"/>
            <a:ext cx="120183" cy="7636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13815" y="3951190"/>
            <a:ext cx="120185" cy="76360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6140937" y="6577710"/>
            <a:ext cx="61594" cy="97155"/>
          </a:xfrm>
          <a:custGeom>
            <a:avLst/>
            <a:gdLst/>
            <a:ahLst/>
            <a:cxnLst/>
            <a:rect l="l" t="t" r="r" b="b"/>
            <a:pathLst>
              <a:path w="61594" h="97154">
                <a:moveTo>
                  <a:pt x="43052" y="0"/>
                </a:moveTo>
                <a:lnTo>
                  <a:pt x="1269" y="70865"/>
                </a:lnTo>
                <a:lnTo>
                  <a:pt x="0" y="77850"/>
                </a:lnTo>
                <a:lnTo>
                  <a:pt x="1396" y="84708"/>
                </a:lnTo>
                <a:lnTo>
                  <a:pt x="5206" y="90677"/>
                </a:lnTo>
                <a:lnTo>
                  <a:pt x="11302" y="94868"/>
                </a:lnTo>
                <a:lnTo>
                  <a:pt x="16128" y="96900"/>
                </a:lnTo>
                <a:lnTo>
                  <a:pt x="21081" y="96773"/>
                </a:lnTo>
                <a:lnTo>
                  <a:pt x="29717" y="93344"/>
                </a:lnTo>
                <a:lnTo>
                  <a:pt x="33273" y="89788"/>
                </a:lnTo>
                <a:lnTo>
                  <a:pt x="60071" y="25399"/>
                </a:lnTo>
                <a:lnTo>
                  <a:pt x="61340" y="18414"/>
                </a:lnTo>
                <a:lnTo>
                  <a:pt x="59944" y="11556"/>
                </a:lnTo>
                <a:lnTo>
                  <a:pt x="56133" y="5587"/>
                </a:lnTo>
                <a:lnTo>
                  <a:pt x="50038" y="1396"/>
                </a:lnTo>
                <a:lnTo>
                  <a:pt x="43052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379318" y="8346363"/>
            <a:ext cx="88870" cy="163271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4903831" y="6825792"/>
            <a:ext cx="1675130" cy="1675130"/>
            <a:chOff x="14903831" y="6825792"/>
            <a:chExt cx="1675130" cy="167513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506319" y="8040661"/>
              <a:ext cx="88771" cy="16302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886938" y="7123340"/>
              <a:ext cx="89112" cy="16302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118713" y="7809224"/>
              <a:ext cx="162356" cy="8954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201392" y="7428351"/>
              <a:ext cx="162356" cy="8954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5150085" y="7071994"/>
              <a:ext cx="1182370" cy="1182370"/>
            </a:xfrm>
            <a:custGeom>
              <a:avLst/>
              <a:gdLst/>
              <a:ahLst/>
              <a:cxnLst/>
              <a:rect l="l" t="t" r="r" b="b"/>
              <a:pathLst>
                <a:path w="1182369" h="1182370">
                  <a:moveTo>
                    <a:pt x="382778" y="824611"/>
                  </a:moveTo>
                  <a:lnTo>
                    <a:pt x="376174" y="818388"/>
                  </a:lnTo>
                  <a:lnTo>
                    <a:pt x="363220" y="805307"/>
                  </a:lnTo>
                  <a:lnTo>
                    <a:pt x="356997" y="798576"/>
                  </a:lnTo>
                  <a:lnTo>
                    <a:pt x="0" y="1155319"/>
                  </a:lnTo>
                  <a:lnTo>
                    <a:pt x="25781" y="1181354"/>
                  </a:lnTo>
                  <a:lnTo>
                    <a:pt x="382778" y="824611"/>
                  </a:lnTo>
                  <a:close/>
                </a:path>
                <a:path w="1182369" h="1182370">
                  <a:moveTo>
                    <a:pt x="383794" y="356997"/>
                  </a:moveTo>
                  <a:lnTo>
                    <a:pt x="26924" y="0"/>
                  </a:lnTo>
                  <a:lnTo>
                    <a:pt x="889" y="25908"/>
                  </a:lnTo>
                  <a:lnTo>
                    <a:pt x="357759" y="382905"/>
                  </a:lnTo>
                  <a:lnTo>
                    <a:pt x="363982" y="376174"/>
                  </a:lnTo>
                  <a:lnTo>
                    <a:pt x="376936" y="363347"/>
                  </a:lnTo>
                  <a:lnTo>
                    <a:pt x="383794" y="356997"/>
                  </a:lnTo>
                  <a:close/>
                </a:path>
                <a:path w="1182369" h="1182370">
                  <a:moveTo>
                    <a:pt x="1181100" y="1156081"/>
                  </a:moveTo>
                  <a:lnTo>
                    <a:pt x="824357" y="799084"/>
                  </a:lnTo>
                  <a:lnTo>
                    <a:pt x="818134" y="805815"/>
                  </a:lnTo>
                  <a:lnTo>
                    <a:pt x="805180" y="818642"/>
                  </a:lnTo>
                  <a:lnTo>
                    <a:pt x="798322" y="824992"/>
                  </a:lnTo>
                  <a:lnTo>
                    <a:pt x="1155192" y="1181989"/>
                  </a:lnTo>
                  <a:lnTo>
                    <a:pt x="1181100" y="1156081"/>
                  </a:lnTo>
                  <a:close/>
                </a:path>
                <a:path w="1182369" h="1182370">
                  <a:moveTo>
                    <a:pt x="1181862" y="27178"/>
                  </a:moveTo>
                  <a:lnTo>
                    <a:pt x="1156081" y="1143"/>
                  </a:lnTo>
                  <a:lnTo>
                    <a:pt x="798830" y="357505"/>
                  </a:lnTo>
                  <a:lnTo>
                    <a:pt x="812038" y="370205"/>
                  </a:lnTo>
                  <a:lnTo>
                    <a:pt x="824738" y="383540"/>
                  </a:lnTo>
                  <a:lnTo>
                    <a:pt x="1181862" y="27178"/>
                  </a:lnTo>
                  <a:close/>
                </a:path>
              </a:pathLst>
            </a:custGeom>
            <a:solidFill>
              <a:srgbClr val="DE4A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509748" y="7128687"/>
              <a:ext cx="87717" cy="16085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885033" y="8036826"/>
              <a:ext cx="87717" cy="16089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06345" y="7807230"/>
              <a:ext cx="160820" cy="8759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114776" y="7431310"/>
              <a:ext cx="160820" cy="8759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5609824" y="7530337"/>
              <a:ext cx="252729" cy="264160"/>
            </a:xfrm>
            <a:custGeom>
              <a:avLst/>
              <a:gdLst/>
              <a:ahLst/>
              <a:cxnLst/>
              <a:rect l="l" t="t" r="r" b="b"/>
              <a:pathLst>
                <a:path w="252730" h="264159">
                  <a:moveTo>
                    <a:pt x="132080" y="0"/>
                  </a:moveTo>
                  <a:lnTo>
                    <a:pt x="122936" y="253"/>
                  </a:lnTo>
                  <a:lnTo>
                    <a:pt x="108458" y="2031"/>
                  </a:lnTo>
                  <a:lnTo>
                    <a:pt x="103886" y="2920"/>
                  </a:lnTo>
                  <a:lnTo>
                    <a:pt x="98933" y="4444"/>
                  </a:lnTo>
                  <a:lnTo>
                    <a:pt x="92964" y="5841"/>
                  </a:lnTo>
                  <a:lnTo>
                    <a:pt x="56769" y="23875"/>
                  </a:lnTo>
                  <a:lnTo>
                    <a:pt x="26797" y="52450"/>
                  </a:lnTo>
                  <a:lnTo>
                    <a:pt x="381" y="122808"/>
                  </a:lnTo>
                  <a:lnTo>
                    <a:pt x="0" y="132079"/>
                  </a:lnTo>
                  <a:lnTo>
                    <a:pt x="254" y="141223"/>
                  </a:lnTo>
                  <a:lnTo>
                    <a:pt x="2032" y="155701"/>
                  </a:lnTo>
                  <a:lnTo>
                    <a:pt x="2921" y="160273"/>
                  </a:lnTo>
                  <a:lnTo>
                    <a:pt x="4318" y="164718"/>
                  </a:lnTo>
                  <a:lnTo>
                    <a:pt x="6096" y="171576"/>
                  </a:lnTo>
                  <a:lnTo>
                    <a:pt x="24130" y="207771"/>
                  </a:lnTo>
                  <a:lnTo>
                    <a:pt x="52451" y="237362"/>
                  </a:lnTo>
                  <a:lnTo>
                    <a:pt x="122682" y="263778"/>
                  </a:lnTo>
                  <a:lnTo>
                    <a:pt x="132080" y="264159"/>
                  </a:lnTo>
                  <a:lnTo>
                    <a:pt x="141224" y="263905"/>
                  </a:lnTo>
                  <a:lnTo>
                    <a:pt x="155702" y="262127"/>
                  </a:lnTo>
                  <a:lnTo>
                    <a:pt x="160274" y="261238"/>
                  </a:lnTo>
                  <a:lnTo>
                    <a:pt x="165227" y="259714"/>
                  </a:lnTo>
                  <a:lnTo>
                    <a:pt x="171196" y="258317"/>
                  </a:lnTo>
                  <a:lnTo>
                    <a:pt x="207518" y="240283"/>
                  </a:lnTo>
                  <a:lnTo>
                    <a:pt x="237490" y="211708"/>
                  </a:lnTo>
                  <a:lnTo>
                    <a:pt x="252349" y="186562"/>
                  </a:lnTo>
                  <a:lnTo>
                    <a:pt x="162433" y="223646"/>
                  </a:lnTo>
                  <a:lnTo>
                    <a:pt x="156591" y="225551"/>
                  </a:lnTo>
                  <a:lnTo>
                    <a:pt x="150495" y="226567"/>
                  </a:lnTo>
                  <a:lnTo>
                    <a:pt x="149606" y="226948"/>
                  </a:lnTo>
                  <a:lnTo>
                    <a:pt x="140462" y="228218"/>
                  </a:lnTo>
                  <a:lnTo>
                    <a:pt x="131318" y="228726"/>
                  </a:lnTo>
                  <a:lnTo>
                    <a:pt x="122047" y="228218"/>
                  </a:lnTo>
                  <a:lnTo>
                    <a:pt x="113030" y="226948"/>
                  </a:lnTo>
                  <a:lnTo>
                    <a:pt x="112522" y="227202"/>
                  </a:lnTo>
                  <a:lnTo>
                    <a:pt x="112395" y="226694"/>
                  </a:lnTo>
                  <a:lnTo>
                    <a:pt x="111887" y="226948"/>
                  </a:lnTo>
                  <a:lnTo>
                    <a:pt x="102997" y="224662"/>
                  </a:lnTo>
                  <a:lnTo>
                    <a:pt x="94615" y="221614"/>
                  </a:lnTo>
                  <a:lnTo>
                    <a:pt x="86360" y="217677"/>
                  </a:lnTo>
                  <a:lnTo>
                    <a:pt x="78486" y="213105"/>
                  </a:lnTo>
                  <a:lnTo>
                    <a:pt x="78359" y="212597"/>
                  </a:lnTo>
                  <a:lnTo>
                    <a:pt x="77978" y="212851"/>
                  </a:lnTo>
                  <a:lnTo>
                    <a:pt x="77724" y="212343"/>
                  </a:lnTo>
                  <a:lnTo>
                    <a:pt x="70485" y="206882"/>
                  </a:lnTo>
                  <a:lnTo>
                    <a:pt x="63754" y="200786"/>
                  </a:lnTo>
                  <a:lnTo>
                    <a:pt x="40513" y="163448"/>
                  </a:lnTo>
                  <a:lnTo>
                    <a:pt x="35560" y="132460"/>
                  </a:lnTo>
                  <a:lnTo>
                    <a:pt x="36068" y="123443"/>
                  </a:lnTo>
                  <a:lnTo>
                    <a:pt x="37338" y="114426"/>
                  </a:lnTo>
                  <a:lnTo>
                    <a:pt x="37084" y="114045"/>
                  </a:lnTo>
                  <a:lnTo>
                    <a:pt x="37592" y="113791"/>
                  </a:lnTo>
                  <a:lnTo>
                    <a:pt x="37338" y="113410"/>
                  </a:lnTo>
                  <a:lnTo>
                    <a:pt x="39624" y="104520"/>
                  </a:lnTo>
                  <a:lnTo>
                    <a:pt x="42672" y="96011"/>
                  </a:lnTo>
                  <a:lnTo>
                    <a:pt x="46609" y="87883"/>
                  </a:lnTo>
                  <a:lnTo>
                    <a:pt x="51181" y="80009"/>
                  </a:lnTo>
                  <a:lnTo>
                    <a:pt x="51689" y="79755"/>
                  </a:lnTo>
                  <a:lnTo>
                    <a:pt x="51435" y="79374"/>
                  </a:lnTo>
                  <a:lnTo>
                    <a:pt x="51943" y="79247"/>
                  </a:lnTo>
                  <a:lnTo>
                    <a:pt x="78740" y="52958"/>
                  </a:lnTo>
                  <a:lnTo>
                    <a:pt x="89281" y="46608"/>
                  </a:lnTo>
                  <a:lnTo>
                    <a:pt x="180086" y="9143"/>
                  </a:lnTo>
                  <a:lnTo>
                    <a:pt x="141351" y="3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710281" y="7539481"/>
              <a:ext cx="163703" cy="20993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4924152" y="6846188"/>
              <a:ext cx="1633855" cy="1633855"/>
            </a:xfrm>
            <a:custGeom>
              <a:avLst/>
              <a:gdLst/>
              <a:ahLst/>
              <a:cxnLst/>
              <a:rect l="l" t="t" r="r" b="b"/>
              <a:pathLst>
                <a:path w="1633855" h="1633854">
                  <a:moveTo>
                    <a:pt x="504609" y="825881"/>
                  </a:moveTo>
                  <a:lnTo>
                    <a:pt x="504558" y="799211"/>
                  </a:lnTo>
                  <a:lnTo>
                    <a:pt x="403745" y="799211"/>
                  </a:lnTo>
                  <a:lnTo>
                    <a:pt x="403745" y="797941"/>
                  </a:lnTo>
                  <a:lnTo>
                    <a:pt x="0" y="797941"/>
                  </a:lnTo>
                  <a:lnTo>
                    <a:pt x="0" y="799211"/>
                  </a:lnTo>
                  <a:lnTo>
                    <a:pt x="38" y="825881"/>
                  </a:lnTo>
                  <a:lnTo>
                    <a:pt x="101" y="834771"/>
                  </a:lnTo>
                  <a:lnTo>
                    <a:pt x="504609" y="834771"/>
                  </a:lnTo>
                  <a:lnTo>
                    <a:pt x="504609" y="825881"/>
                  </a:lnTo>
                  <a:close/>
                </a:path>
                <a:path w="1633855" h="1633854">
                  <a:moveTo>
                    <a:pt x="835279" y="1128903"/>
                  </a:moveTo>
                  <a:lnTo>
                    <a:pt x="816864" y="1129284"/>
                  </a:lnTo>
                  <a:lnTo>
                    <a:pt x="798576" y="1128903"/>
                  </a:lnTo>
                  <a:lnTo>
                    <a:pt x="797941" y="1633601"/>
                  </a:lnTo>
                  <a:lnTo>
                    <a:pt x="834644" y="1633601"/>
                  </a:lnTo>
                  <a:lnTo>
                    <a:pt x="835279" y="1128903"/>
                  </a:lnTo>
                  <a:close/>
                </a:path>
                <a:path w="1633855" h="1633854">
                  <a:moveTo>
                    <a:pt x="836041" y="0"/>
                  </a:moveTo>
                  <a:lnTo>
                    <a:pt x="799338" y="0"/>
                  </a:lnTo>
                  <a:lnTo>
                    <a:pt x="798703" y="504698"/>
                  </a:lnTo>
                  <a:lnTo>
                    <a:pt x="817118" y="504317"/>
                  </a:lnTo>
                  <a:lnTo>
                    <a:pt x="835406" y="504698"/>
                  </a:lnTo>
                  <a:lnTo>
                    <a:pt x="836041" y="0"/>
                  </a:lnTo>
                  <a:close/>
                </a:path>
                <a:path w="1633855" h="1633854">
                  <a:moveTo>
                    <a:pt x="1633689" y="816991"/>
                  </a:moveTo>
                  <a:lnTo>
                    <a:pt x="1633626" y="799211"/>
                  </a:lnTo>
                  <a:lnTo>
                    <a:pt x="1129157" y="799211"/>
                  </a:lnTo>
                  <a:lnTo>
                    <a:pt x="1129157" y="816991"/>
                  </a:lnTo>
                  <a:lnTo>
                    <a:pt x="1129207" y="836041"/>
                  </a:lnTo>
                  <a:lnTo>
                    <a:pt x="1633689" y="836041"/>
                  </a:lnTo>
                  <a:lnTo>
                    <a:pt x="1633689" y="816991"/>
                  </a:lnTo>
                  <a:close/>
                </a:path>
              </a:pathLst>
            </a:custGeom>
            <a:solidFill>
              <a:srgbClr val="DE4A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384653" y="6825792"/>
              <a:ext cx="87717" cy="16085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010128" y="8339594"/>
              <a:ext cx="87715" cy="16089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903831" y="7932139"/>
              <a:ext cx="160832" cy="8765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417544" y="7306140"/>
              <a:ext cx="160820" cy="87671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6014318" y="6817347"/>
            <a:ext cx="88870" cy="163207"/>
          </a:xfrm>
          <a:prstGeom prst="rect">
            <a:avLst/>
          </a:prstGeom>
        </p:spPr>
      </p:pic>
      <p:sp>
        <p:nvSpPr>
          <p:cNvPr id="56" name="object 56"/>
          <p:cNvSpPr/>
          <p:nvPr/>
        </p:nvSpPr>
        <p:spPr>
          <a:xfrm>
            <a:off x="15279623" y="8652256"/>
            <a:ext cx="61594" cy="97155"/>
          </a:xfrm>
          <a:custGeom>
            <a:avLst/>
            <a:gdLst/>
            <a:ahLst/>
            <a:cxnLst/>
            <a:rect l="l" t="t" r="r" b="b"/>
            <a:pathLst>
              <a:path w="61594" h="97154">
                <a:moveTo>
                  <a:pt x="43053" y="0"/>
                </a:moveTo>
                <a:lnTo>
                  <a:pt x="1270" y="70739"/>
                </a:lnTo>
                <a:lnTo>
                  <a:pt x="0" y="77724"/>
                </a:lnTo>
                <a:lnTo>
                  <a:pt x="1397" y="84582"/>
                </a:lnTo>
                <a:lnTo>
                  <a:pt x="5207" y="90551"/>
                </a:lnTo>
                <a:lnTo>
                  <a:pt x="11176" y="94742"/>
                </a:lnTo>
                <a:lnTo>
                  <a:pt x="16129" y="96774"/>
                </a:lnTo>
                <a:lnTo>
                  <a:pt x="21082" y="96774"/>
                </a:lnTo>
                <a:lnTo>
                  <a:pt x="29718" y="93218"/>
                </a:lnTo>
                <a:lnTo>
                  <a:pt x="33274" y="89662"/>
                </a:lnTo>
                <a:lnTo>
                  <a:pt x="59944" y="25400"/>
                </a:lnTo>
                <a:lnTo>
                  <a:pt x="61341" y="18288"/>
                </a:lnTo>
                <a:lnTo>
                  <a:pt x="59944" y="11557"/>
                </a:lnTo>
                <a:lnTo>
                  <a:pt x="56007" y="5588"/>
                </a:lnTo>
                <a:lnTo>
                  <a:pt x="50038" y="1270"/>
                </a:lnTo>
                <a:lnTo>
                  <a:pt x="43053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730090" y="8063103"/>
            <a:ext cx="96520" cy="62230"/>
          </a:xfrm>
          <a:custGeom>
            <a:avLst/>
            <a:gdLst/>
            <a:ahLst/>
            <a:cxnLst/>
            <a:rect l="l" t="t" r="r" b="b"/>
            <a:pathLst>
              <a:path w="96519" h="62229">
                <a:moveTo>
                  <a:pt x="18415" y="0"/>
                </a:moveTo>
                <a:lnTo>
                  <a:pt x="11557" y="1397"/>
                </a:lnTo>
                <a:lnTo>
                  <a:pt x="5588" y="5207"/>
                </a:lnTo>
                <a:lnTo>
                  <a:pt x="1270" y="11176"/>
                </a:lnTo>
                <a:lnTo>
                  <a:pt x="0" y="18288"/>
                </a:lnTo>
                <a:lnTo>
                  <a:pt x="1397" y="25146"/>
                </a:lnTo>
                <a:lnTo>
                  <a:pt x="5207" y="30988"/>
                </a:lnTo>
                <a:lnTo>
                  <a:pt x="11303" y="35306"/>
                </a:lnTo>
                <a:lnTo>
                  <a:pt x="75565" y="61976"/>
                </a:lnTo>
                <a:lnTo>
                  <a:pt x="80645" y="61976"/>
                </a:lnTo>
                <a:lnTo>
                  <a:pt x="89280" y="58420"/>
                </a:lnTo>
                <a:lnTo>
                  <a:pt x="92837" y="54864"/>
                </a:lnTo>
                <a:lnTo>
                  <a:pt x="94869" y="50038"/>
                </a:lnTo>
                <a:lnTo>
                  <a:pt x="96139" y="43053"/>
                </a:lnTo>
                <a:lnTo>
                  <a:pt x="94742" y="36195"/>
                </a:lnTo>
                <a:lnTo>
                  <a:pt x="90932" y="30226"/>
                </a:lnTo>
                <a:lnTo>
                  <a:pt x="84836" y="26035"/>
                </a:lnTo>
                <a:lnTo>
                  <a:pt x="25400" y="1270"/>
                </a:lnTo>
                <a:lnTo>
                  <a:pt x="18415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6424275" y="7936479"/>
            <a:ext cx="162356" cy="8954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4895448" y="7301224"/>
            <a:ext cx="162356" cy="89540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14656181" y="7201916"/>
            <a:ext cx="95885" cy="62230"/>
          </a:xfrm>
          <a:custGeom>
            <a:avLst/>
            <a:gdLst/>
            <a:ahLst/>
            <a:cxnLst/>
            <a:rect l="l" t="t" r="r" b="b"/>
            <a:pathLst>
              <a:path w="95884" h="62229">
                <a:moveTo>
                  <a:pt x="18415" y="0"/>
                </a:moveTo>
                <a:lnTo>
                  <a:pt x="11557" y="1396"/>
                </a:lnTo>
                <a:lnTo>
                  <a:pt x="5588" y="5333"/>
                </a:lnTo>
                <a:lnTo>
                  <a:pt x="1397" y="11302"/>
                </a:lnTo>
                <a:lnTo>
                  <a:pt x="0" y="18287"/>
                </a:lnTo>
                <a:lnTo>
                  <a:pt x="1397" y="25145"/>
                </a:lnTo>
                <a:lnTo>
                  <a:pt x="5334" y="31114"/>
                </a:lnTo>
                <a:lnTo>
                  <a:pt x="11303" y="35432"/>
                </a:lnTo>
                <a:lnTo>
                  <a:pt x="75057" y="61848"/>
                </a:lnTo>
                <a:lnTo>
                  <a:pt x="80009" y="61848"/>
                </a:lnTo>
                <a:lnTo>
                  <a:pt x="88646" y="58292"/>
                </a:lnTo>
                <a:lnTo>
                  <a:pt x="92201" y="54736"/>
                </a:lnTo>
                <a:lnTo>
                  <a:pt x="94234" y="49910"/>
                </a:lnTo>
                <a:lnTo>
                  <a:pt x="95630" y="42925"/>
                </a:lnTo>
                <a:lnTo>
                  <a:pt x="94234" y="36067"/>
                </a:lnTo>
                <a:lnTo>
                  <a:pt x="90297" y="30098"/>
                </a:lnTo>
                <a:lnTo>
                  <a:pt x="84328" y="25780"/>
                </a:lnTo>
                <a:lnTo>
                  <a:pt x="25400" y="1396"/>
                </a:lnTo>
                <a:lnTo>
                  <a:pt x="18415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5286228" y="6587870"/>
            <a:ext cx="60960" cy="94615"/>
          </a:xfrm>
          <a:custGeom>
            <a:avLst/>
            <a:gdLst/>
            <a:ahLst/>
            <a:cxnLst/>
            <a:rect l="l" t="t" r="r" b="b"/>
            <a:pathLst>
              <a:path w="60959" h="94615">
                <a:moveTo>
                  <a:pt x="18160" y="0"/>
                </a:moveTo>
                <a:lnTo>
                  <a:pt x="11175" y="1396"/>
                </a:lnTo>
                <a:lnTo>
                  <a:pt x="5206" y="5461"/>
                </a:lnTo>
                <a:lnTo>
                  <a:pt x="1396" y="11302"/>
                </a:lnTo>
                <a:lnTo>
                  <a:pt x="0" y="18033"/>
                </a:lnTo>
                <a:lnTo>
                  <a:pt x="1396" y="25018"/>
                </a:lnTo>
                <a:lnTo>
                  <a:pt x="49783" y="94614"/>
                </a:lnTo>
                <a:lnTo>
                  <a:pt x="55752" y="90550"/>
                </a:lnTo>
                <a:lnTo>
                  <a:pt x="59562" y="84708"/>
                </a:lnTo>
                <a:lnTo>
                  <a:pt x="60959" y="77850"/>
                </a:lnTo>
                <a:lnTo>
                  <a:pt x="59562" y="70865"/>
                </a:lnTo>
                <a:lnTo>
                  <a:pt x="34925" y="11175"/>
                </a:lnTo>
                <a:lnTo>
                  <a:pt x="30860" y="5079"/>
                </a:lnTo>
                <a:lnTo>
                  <a:pt x="25018" y="1269"/>
                </a:lnTo>
                <a:lnTo>
                  <a:pt x="18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135350" y="8642477"/>
            <a:ext cx="60960" cy="95885"/>
          </a:xfrm>
          <a:custGeom>
            <a:avLst/>
            <a:gdLst/>
            <a:ahLst/>
            <a:cxnLst/>
            <a:rect l="l" t="t" r="r" b="b"/>
            <a:pathLst>
              <a:path w="60959" h="95884">
                <a:moveTo>
                  <a:pt x="18288" y="0"/>
                </a:moveTo>
                <a:lnTo>
                  <a:pt x="11176" y="1524"/>
                </a:lnTo>
                <a:lnTo>
                  <a:pt x="5080" y="5587"/>
                </a:lnTo>
                <a:lnTo>
                  <a:pt x="1269" y="11430"/>
                </a:lnTo>
                <a:lnTo>
                  <a:pt x="0" y="18161"/>
                </a:lnTo>
                <a:lnTo>
                  <a:pt x="1269" y="25146"/>
                </a:lnTo>
                <a:lnTo>
                  <a:pt x="25780" y="84455"/>
                </a:lnTo>
                <a:lnTo>
                  <a:pt x="29844" y="90424"/>
                </a:lnTo>
                <a:lnTo>
                  <a:pt x="35686" y="94234"/>
                </a:lnTo>
                <a:lnTo>
                  <a:pt x="42544" y="95631"/>
                </a:lnTo>
                <a:lnTo>
                  <a:pt x="55626" y="90297"/>
                </a:lnTo>
                <a:lnTo>
                  <a:pt x="59309" y="84328"/>
                </a:lnTo>
                <a:lnTo>
                  <a:pt x="60705" y="77597"/>
                </a:lnTo>
                <a:lnTo>
                  <a:pt x="59309" y="70612"/>
                </a:lnTo>
                <a:lnTo>
                  <a:pt x="34798" y="11303"/>
                </a:lnTo>
                <a:lnTo>
                  <a:pt x="30861" y="5206"/>
                </a:lnTo>
                <a:lnTo>
                  <a:pt x="25019" y="1397"/>
                </a:lnTo>
                <a:lnTo>
                  <a:pt x="18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720438" y="7207884"/>
            <a:ext cx="95885" cy="60960"/>
          </a:xfrm>
          <a:custGeom>
            <a:avLst/>
            <a:gdLst/>
            <a:ahLst/>
            <a:cxnLst/>
            <a:rect l="l" t="t" r="r" b="b"/>
            <a:pathLst>
              <a:path w="95884" h="60959">
                <a:moveTo>
                  <a:pt x="77597" y="0"/>
                </a:moveTo>
                <a:lnTo>
                  <a:pt x="11176" y="25908"/>
                </a:lnTo>
                <a:lnTo>
                  <a:pt x="0" y="42672"/>
                </a:lnTo>
                <a:lnTo>
                  <a:pt x="1397" y="49657"/>
                </a:lnTo>
                <a:lnTo>
                  <a:pt x="5334" y="55499"/>
                </a:lnTo>
                <a:lnTo>
                  <a:pt x="11176" y="59309"/>
                </a:lnTo>
                <a:lnTo>
                  <a:pt x="18034" y="60706"/>
                </a:lnTo>
                <a:lnTo>
                  <a:pt x="25019" y="59436"/>
                </a:lnTo>
                <a:lnTo>
                  <a:pt x="84328" y="34925"/>
                </a:lnTo>
                <a:lnTo>
                  <a:pt x="90424" y="30861"/>
                </a:lnTo>
                <a:lnTo>
                  <a:pt x="94234" y="25019"/>
                </a:lnTo>
                <a:lnTo>
                  <a:pt x="95503" y="18288"/>
                </a:lnTo>
                <a:lnTo>
                  <a:pt x="94107" y="11303"/>
                </a:lnTo>
                <a:lnTo>
                  <a:pt x="90170" y="5334"/>
                </a:lnTo>
                <a:lnTo>
                  <a:pt x="84455" y="1524"/>
                </a:lnTo>
                <a:lnTo>
                  <a:pt x="775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665706" y="8057006"/>
            <a:ext cx="95885" cy="60960"/>
          </a:xfrm>
          <a:custGeom>
            <a:avLst/>
            <a:gdLst/>
            <a:ahLst/>
            <a:cxnLst/>
            <a:rect l="l" t="t" r="r" b="b"/>
            <a:pathLst>
              <a:path w="95884" h="60959">
                <a:moveTo>
                  <a:pt x="77597" y="0"/>
                </a:moveTo>
                <a:lnTo>
                  <a:pt x="11176" y="25908"/>
                </a:lnTo>
                <a:lnTo>
                  <a:pt x="0" y="42545"/>
                </a:lnTo>
                <a:lnTo>
                  <a:pt x="888" y="47244"/>
                </a:lnTo>
                <a:lnTo>
                  <a:pt x="2667" y="51435"/>
                </a:lnTo>
                <a:lnTo>
                  <a:pt x="5334" y="55372"/>
                </a:lnTo>
                <a:lnTo>
                  <a:pt x="11176" y="59182"/>
                </a:lnTo>
                <a:lnTo>
                  <a:pt x="18034" y="60706"/>
                </a:lnTo>
                <a:lnTo>
                  <a:pt x="25019" y="59436"/>
                </a:lnTo>
                <a:lnTo>
                  <a:pt x="84328" y="34925"/>
                </a:lnTo>
                <a:lnTo>
                  <a:pt x="90424" y="30861"/>
                </a:lnTo>
                <a:lnTo>
                  <a:pt x="94234" y="25019"/>
                </a:lnTo>
                <a:lnTo>
                  <a:pt x="95503" y="18161"/>
                </a:lnTo>
                <a:lnTo>
                  <a:pt x="94234" y="11176"/>
                </a:lnTo>
                <a:lnTo>
                  <a:pt x="90170" y="5334"/>
                </a:lnTo>
                <a:lnTo>
                  <a:pt x="84455" y="1397"/>
                </a:lnTo>
                <a:lnTo>
                  <a:pt x="775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855329" y="8554339"/>
            <a:ext cx="583565" cy="583565"/>
          </a:xfrm>
          <a:custGeom>
            <a:avLst/>
            <a:gdLst/>
            <a:ahLst/>
            <a:cxnLst/>
            <a:rect l="l" t="t" r="r" b="b"/>
            <a:pathLst>
              <a:path w="583565" h="583565">
                <a:moveTo>
                  <a:pt x="173736" y="0"/>
                </a:moveTo>
                <a:lnTo>
                  <a:pt x="149351" y="11176"/>
                </a:lnTo>
                <a:lnTo>
                  <a:pt x="266192" y="267970"/>
                </a:lnTo>
                <a:lnTo>
                  <a:pt x="72898" y="195580"/>
                </a:lnTo>
                <a:lnTo>
                  <a:pt x="63373" y="220726"/>
                </a:lnTo>
                <a:lnTo>
                  <a:pt x="256540" y="293116"/>
                </a:lnTo>
                <a:lnTo>
                  <a:pt x="0" y="409829"/>
                </a:lnTo>
                <a:lnTo>
                  <a:pt x="11175" y="434213"/>
                </a:lnTo>
                <a:lnTo>
                  <a:pt x="267843" y="317500"/>
                </a:lnTo>
                <a:lnTo>
                  <a:pt x="195452" y="510527"/>
                </a:lnTo>
                <a:lnTo>
                  <a:pt x="220599" y="519950"/>
                </a:lnTo>
                <a:lnTo>
                  <a:pt x="292989" y="326898"/>
                </a:lnTo>
                <a:lnTo>
                  <a:pt x="409701" y="583374"/>
                </a:lnTo>
                <a:lnTo>
                  <a:pt x="434086" y="572249"/>
                </a:lnTo>
                <a:lnTo>
                  <a:pt x="317500" y="315976"/>
                </a:lnTo>
                <a:lnTo>
                  <a:pt x="510540" y="388112"/>
                </a:lnTo>
                <a:lnTo>
                  <a:pt x="519938" y="362966"/>
                </a:lnTo>
                <a:lnTo>
                  <a:pt x="326644" y="290703"/>
                </a:lnTo>
                <a:lnTo>
                  <a:pt x="583311" y="173863"/>
                </a:lnTo>
                <a:lnTo>
                  <a:pt x="572262" y="149479"/>
                </a:lnTo>
                <a:lnTo>
                  <a:pt x="315722" y="266192"/>
                </a:lnTo>
                <a:lnTo>
                  <a:pt x="387985" y="73025"/>
                </a:lnTo>
                <a:lnTo>
                  <a:pt x="362839" y="63627"/>
                </a:lnTo>
                <a:lnTo>
                  <a:pt x="290575" y="256667"/>
                </a:lnTo>
                <a:lnTo>
                  <a:pt x="17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9" name="object 7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570329" y="3108832"/>
            <a:ext cx="93980" cy="9385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4679930" y="4485766"/>
            <a:ext cx="90423" cy="94234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4792960" y="4200016"/>
            <a:ext cx="93980" cy="94234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4856713" y="3225673"/>
            <a:ext cx="94107" cy="9385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909545" y="3913504"/>
            <a:ext cx="94107" cy="94107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029561" y="3627754"/>
            <a:ext cx="90423" cy="94106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5142463" y="3342004"/>
            <a:ext cx="94107" cy="9397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258922" y="3056254"/>
            <a:ext cx="94107" cy="9397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428213" y="3458464"/>
            <a:ext cx="94107" cy="93852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5714090" y="3575050"/>
            <a:ext cx="93980" cy="93852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999967" y="3691382"/>
            <a:ext cx="93853" cy="93980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6286353" y="3808095"/>
            <a:ext cx="93979" cy="93979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4416659" y="3647313"/>
            <a:ext cx="94360" cy="9436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4706981" y="3525139"/>
            <a:ext cx="94361" cy="94360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5577692" y="3158489"/>
            <a:ext cx="94361" cy="94360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5868014" y="3036316"/>
            <a:ext cx="94361" cy="94360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126463" y="3769636"/>
            <a:ext cx="94195" cy="9408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5570072" y="4357787"/>
            <a:ext cx="94195" cy="94197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5447771" y="4067428"/>
            <a:ext cx="94361" cy="94361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5325597" y="3777234"/>
            <a:ext cx="94361" cy="94361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559914" y="4771555"/>
            <a:ext cx="94195" cy="94195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6571976" y="3924451"/>
            <a:ext cx="94195" cy="94082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1882648" y="7021703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3" y="508"/>
                </a:lnTo>
                <a:lnTo>
                  <a:pt x="10413" y="6985"/>
                </a:lnTo>
                <a:lnTo>
                  <a:pt x="5206" y="12700"/>
                </a:lnTo>
                <a:lnTo>
                  <a:pt x="0" y="26797"/>
                </a:lnTo>
                <a:lnTo>
                  <a:pt x="507" y="34544"/>
                </a:lnTo>
                <a:lnTo>
                  <a:pt x="6984" y="48514"/>
                </a:lnTo>
                <a:lnTo>
                  <a:pt x="12700" y="53721"/>
                </a:lnTo>
                <a:lnTo>
                  <a:pt x="26796" y="58928"/>
                </a:lnTo>
                <a:lnTo>
                  <a:pt x="34543" y="58420"/>
                </a:lnTo>
                <a:lnTo>
                  <a:pt x="48513" y="51943"/>
                </a:lnTo>
                <a:lnTo>
                  <a:pt x="53720" y="46228"/>
                </a:lnTo>
                <a:lnTo>
                  <a:pt x="58927" y="32131"/>
                </a:lnTo>
                <a:lnTo>
                  <a:pt x="58419" y="24384"/>
                </a:lnTo>
                <a:lnTo>
                  <a:pt x="51943" y="10413"/>
                </a:lnTo>
                <a:lnTo>
                  <a:pt x="46227" y="5207"/>
                </a:lnTo>
                <a:lnTo>
                  <a:pt x="321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602739" y="818502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4" y="0"/>
                </a:moveTo>
                <a:lnTo>
                  <a:pt x="16382" y="2666"/>
                </a:lnTo>
                <a:lnTo>
                  <a:pt x="7365" y="9270"/>
                </a:lnTo>
                <a:lnTo>
                  <a:pt x="1778" y="18541"/>
                </a:lnTo>
                <a:lnTo>
                  <a:pt x="0" y="29337"/>
                </a:lnTo>
                <a:lnTo>
                  <a:pt x="2666" y="40385"/>
                </a:lnTo>
                <a:lnTo>
                  <a:pt x="9397" y="49529"/>
                </a:lnTo>
                <a:lnTo>
                  <a:pt x="18796" y="55118"/>
                </a:lnTo>
                <a:lnTo>
                  <a:pt x="29590" y="56768"/>
                </a:lnTo>
                <a:lnTo>
                  <a:pt x="40385" y="54101"/>
                </a:lnTo>
                <a:lnTo>
                  <a:pt x="49529" y="47370"/>
                </a:lnTo>
                <a:lnTo>
                  <a:pt x="55117" y="38100"/>
                </a:lnTo>
                <a:lnTo>
                  <a:pt x="56768" y="27304"/>
                </a:lnTo>
                <a:lnTo>
                  <a:pt x="54102" y="16382"/>
                </a:lnTo>
                <a:lnTo>
                  <a:pt x="47371" y="7238"/>
                </a:lnTo>
                <a:lnTo>
                  <a:pt x="38099" y="1650"/>
                </a:lnTo>
                <a:lnTo>
                  <a:pt x="27304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771776" y="810590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3" y="2667"/>
                </a:lnTo>
                <a:lnTo>
                  <a:pt x="7239" y="9398"/>
                </a:lnTo>
                <a:lnTo>
                  <a:pt x="1650" y="18668"/>
                </a:lnTo>
                <a:lnTo>
                  <a:pt x="0" y="29464"/>
                </a:lnTo>
                <a:lnTo>
                  <a:pt x="2667" y="40386"/>
                </a:lnTo>
                <a:lnTo>
                  <a:pt x="9398" y="49530"/>
                </a:lnTo>
                <a:lnTo>
                  <a:pt x="18796" y="55118"/>
                </a:lnTo>
                <a:lnTo>
                  <a:pt x="29591" y="56768"/>
                </a:lnTo>
                <a:lnTo>
                  <a:pt x="40386" y="54102"/>
                </a:lnTo>
                <a:lnTo>
                  <a:pt x="49530" y="47371"/>
                </a:lnTo>
                <a:lnTo>
                  <a:pt x="55118" y="38100"/>
                </a:lnTo>
                <a:lnTo>
                  <a:pt x="56768" y="27431"/>
                </a:lnTo>
                <a:lnTo>
                  <a:pt x="54102" y="16383"/>
                </a:lnTo>
                <a:lnTo>
                  <a:pt x="47371" y="7239"/>
                </a:lnTo>
                <a:lnTo>
                  <a:pt x="38100" y="1650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940814" y="80267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3" y="2794"/>
                </a:lnTo>
                <a:lnTo>
                  <a:pt x="7238" y="9398"/>
                </a:lnTo>
                <a:lnTo>
                  <a:pt x="1650" y="18669"/>
                </a:lnTo>
                <a:lnTo>
                  <a:pt x="0" y="29464"/>
                </a:lnTo>
                <a:lnTo>
                  <a:pt x="2667" y="40513"/>
                </a:lnTo>
                <a:lnTo>
                  <a:pt x="9398" y="49530"/>
                </a:lnTo>
                <a:lnTo>
                  <a:pt x="18796" y="55118"/>
                </a:lnTo>
                <a:lnTo>
                  <a:pt x="29591" y="56769"/>
                </a:lnTo>
                <a:lnTo>
                  <a:pt x="40386" y="54102"/>
                </a:lnTo>
                <a:lnTo>
                  <a:pt x="49403" y="47498"/>
                </a:lnTo>
                <a:lnTo>
                  <a:pt x="54991" y="38227"/>
                </a:lnTo>
                <a:lnTo>
                  <a:pt x="56768" y="27432"/>
                </a:lnTo>
                <a:lnTo>
                  <a:pt x="54102" y="16383"/>
                </a:lnTo>
                <a:lnTo>
                  <a:pt x="47371" y="7239"/>
                </a:lnTo>
                <a:lnTo>
                  <a:pt x="38100" y="1651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962785" y="719175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2" y="2794"/>
                </a:lnTo>
                <a:lnTo>
                  <a:pt x="7238" y="9525"/>
                </a:lnTo>
                <a:lnTo>
                  <a:pt x="1650" y="18796"/>
                </a:lnTo>
                <a:lnTo>
                  <a:pt x="0" y="29464"/>
                </a:lnTo>
                <a:lnTo>
                  <a:pt x="2666" y="40513"/>
                </a:lnTo>
                <a:lnTo>
                  <a:pt x="9397" y="49657"/>
                </a:lnTo>
                <a:lnTo>
                  <a:pt x="18668" y="55245"/>
                </a:lnTo>
                <a:lnTo>
                  <a:pt x="29463" y="56896"/>
                </a:lnTo>
                <a:lnTo>
                  <a:pt x="40385" y="54229"/>
                </a:lnTo>
                <a:lnTo>
                  <a:pt x="49529" y="47498"/>
                </a:lnTo>
                <a:lnTo>
                  <a:pt x="55244" y="38227"/>
                </a:lnTo>
                <a:lnTo>
                  <a:pt x="56895" y="27432"/>
                </a:lnTo>
                <a:lnTo>
                  <a:pt x="54101" y="16383"/>
                </a:lnTo>
                <a:lnTo>
                  <a:pt x="47370" y="7239"/>
                </a:lnTo>
                <a:lnTo>
                  <a:pt x="38100" y="1651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042032" y="736130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3" y="2667"/>
                </a:lnTo>
                <a:lnTo>
                  <a:pt x="7239" y="9398"/>
                </a:lnTo>
                <a:lnTo>
                  <a:pt x="1650" y="18668"/>
                </a:lnTo>
                <a:lnTo>
                  <a:pt x="0" y="29463"/>
                </a:lnTo>
                <a:lnTo>
                  <a:pt x="2793" y="40386"/>
                </a:lnTo>
                <a:lnTo>
                  <a:pt x="9398" y="49403"/>
                </a:lnTo>
                <a:lnTo>
                  <a:pt x="18668" y="54991"/>
                </a:lnTo>
                <a:lnTo>
                  <a:pt x="29464" y="56768"/>
                </a:lnTo>
                <a:lnTo>
                  <a:pt x="40512" y="54101"/>
                </a:lnTo>
                <a:lnTo>
                  <a:pt x="49911" y="47243"/>
                </a:lnTo>
                <a:lnTo>
                  <a:pt x="49656" y="47243"/>
                </a:lnTo>
                <a:lnTo>
                  <a:pt x="55244" y="38100"/>
                </a:lnTo>
                <a:lnTo>
                  <a:pt x="56896" y="27431"/>
                </a:lnTo>
                <a:lnTo>
                  <a:pt x="56768" y="27178"/>
                </a:lnTo>
                <a:lnTo>
                  <a:pt x="54102" y="16382"/>
                </a:lnTo>
                <a:lnTo>
                  <a:pt x="47498" y="7238"/>
                </a:lnTo>
                <a:lnTo>
                  <a:pt x="38100" y="1650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110358" y="794753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16256" y="2667"/>
                </a:lnTo>
                <a:lnTo>
                  <a:pt x="7366" y="9271"/>
                </a:lnTo>
                <a:lnTo>
                  <a:pt x="1778" y="18669"/>
                </a:lnTo>
                <a:lnTo>
                  <a:pt x="0" y="29337"/>
                </a:lnTo>
                <a:lnTo>
                  <a:pt x="2667" y="40386"/>
                </a:lnTo>
                <a:lnTo>
                  <a:pt x="9398" y="49530"/>
                </a:lnTo>
                <a:lnTo>
                  <a:pt x="18668" y="55118"/>
                </a:lnTo>
                <a:lnTo>
                  <a:pt x="29337" y="56769"/>
                </a:lnTo>
                <a:lnTo>
                  <a:pt x="40386" y="54102"/>
                </a:lnTo>
                <a:lnTo>
                  <a:pt x="49530" y="47371"/>
                </a:lnTo>
                <a:lnTo>
                  <a:pt x="55118" y="38100"/>
                </a:lnTo>
                <a:lnTo>
                  <a:pt x="56768" y="27432"/>
                </a:lnTo>
                <a:lnTo>
                  <a:pt x="53975" y="16383"/>
                </a:lnTo>
                <a:lnTo>
                  <a:pt x="47371" y="7239"/>
                </a:lnTo>
                <a:lnTo>
                  <a:pt x="38100" y="1651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121154" y="753033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4" y="0"/>
                </a:moveTo>
                <a:lnTo>
                  <a:pt x="27050" y="126"/>
                </a:lnTo>
                <a:lnTo>
                  <a:pt x="16382" y="2666"/>
                </a:lnTo>
                <a:lnTo>
                  <a:pt x="7238" y="9397"/>
                </a:lnTo>
                <a:lnTo>
                  <a:pt x="1650" y="18668"/>
                </a:lnTo>
                <a:lnTo>
                  <a:pt x="0" y="29590"/>
                </a:lnTo>
                <a:lnTo>
                  <a:pt x="2666" y="40385"/>
                </a:lnTo>
                <a:lnTo>
                  <a:pt x="9270" y="49402"/>
                </a:lnTo>
                <a:lnTo>
                  <a:pt x="18668" y="54990"/>
                </a:lnTo>
                <a:lnTo>
                  <a:pt x="29337" y="56768"/>
                </a:lnTo>
                <a:lnTo>
                  <a:pt x="40385" y="54101"/>
                </a:lnTo>
                <a:lnTo>
                  <a:pt x="49910" y="47243"/>
                </a:lnTo>
                <a:lnTo>
                  <a:pt x="49656" y="47243"/>
                </a:lnTo>
                <a:lnTo>
                  <a:pt x="55244" y="38099"/>
                </a:lnTo>
                <a:lnTo>
                  <a:pt x="56895" y="27431"/>
                </a:lnTo>
                <a:lnTo>
                  <a:pt x="56768" y="27177"/>
                </a:lnTo>
                <a:lnTo>
                  <a:pt x="54101" y="16382"/>
                </a:lnTo>
                <a:lnTo>
                  <a:pt x="47497" y="7365"/>
                </a:lnTo>
                <a:lnTo>
                  <a:pt x="38226" y="1777"/>
                </a:lnTo>
                <a:lnTo>
                  <a:pt x="27304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200275" y="7699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16382" y="2667"/>
                </a:lnTo>
                <a:lnTo>
                  <a:pt x="7238" y="9398"/>
                </a:lnTo>
                <a:lnTo>
                  <a:pt x="1650" y="18668"/>
                </a:lnTo>
                <a:lnTo>
                  <a:pt x="0" y="29463"/>
                </a:lnTo>
                <a:lnTo>
                  <a:pt x="2667" y="40512"/>
                </a:lnTo>
                <a:lnTo>
                  <a:pt x="9398" y="49656"/>
                </a:lnTo>
                <a:lnTo>
                  <a:pt x="18668" y="55244"/>
                </a:lnTo>
                <a:lnTo>
                  <a:pt x="29337" y="56895"/>
                </a:lnTo>
                <a:lnTo>
                  <a:pt x="40386" y="54101"/>
                </a:lnTo>
                <a:lnTo>
                  <a:pt x="49530" y="47370"/>
                </a:lnTo>
                <a:lnTo>
                  <a:pt x="55118" y="38100"/>
                </a:lnTo>
                <a:lnTo>
                  <a:pt x="56768" y="27431"/>
                </a:lnTo>
                <a:lnTo>
                  <a:pt x="54101" y="16382"/>
                </a:lnTo>
                <a:lnTo>
                  <a:pt x="47370" y="7238"/>
                </a:lnTo>
                <a:lnTo>
                  <a:pt x="38100" y="1650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279269" y="786841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2" y="2667"/>
                </a:lnTo>
                <a:lnTo>
                  <a:pt x="7238" y="9398"/>
                </a:lnTo>
                <a:lnTo>
                  <a:pt x="1650" y="18669"/>
                </a:lnTo>
                <a:lnTo>
                  <a:pt x="0" y="29464"/>
                </a:lnTo>
                <a:lnTo>
                  <a:pt x="2793" y="40513"/>
                </a:lnTo>
                <a:lnTo>
                  <a:pt x="9525" y="49657"/>
                </a:lnTo>
                <a:lnTo>
                  <a:pt x="18795" y="55245"/>
                </a:lnTo>
                <a:lnTo>
                  <a:pt x="29463" y="56896"/>
                </a:lnTo>
                <a:lnTo>
                  <a:pt x="40512" y="54102"/>
                </a:lnTo>
                <a:lnTo>
                  <a:pt x="49656" y="47371"/>
                </a:lnTo>
                <a:lnTo>
                  <a:pt x="55244" y="38100"/>
                </a:lnTo>
                <a:lnTo>
                  <a:pt x="56895" y="27432"/>
                </a:lnTo>
                <a:lnTo>
                  <a:pt x="54229" y="16383"/>
                </a:lnTo>
                <a:lnTo>
                  <a:pt x="47498" y="7239"/>
                </a:lnTo>
                <a:lnTo>
                  <a:pt x="38226" y="1651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358389" y="803744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16383" y="2793"/>
                </a:lnTo>
                <a:lnTo>
                  <a:pt x="7239" y="9398"/>
                </a:lnTo>
                <a:lnTo>
                  <a:pt x="1651" y="18795"/>
                </a:lnTo>
                <a:lnTo>
                  <a:pt x="0" y="29718"/>
                </a:lnTo>
                <a:lnTo>
                  <a:pt x="2667" y="40512"/>
                </a:lnTo>
                <a:lnTo>
                  <a:pt x="9398" y="49656"/>
                </a:lnTo>
                <a:lnTo>
                  <a:pt x="18668" y="55244"/>
                </a:lnTo>
                <a:lnTo>
                  <a:pt x="29464" y="56895"/>
                </a:lnTo>
                <a:lnTo>
                  <a:pt x="40512" y="54101"/>
                </a:lnTo>
                <a:lnTo>
                  <a:pt x="49657" y="47498"/>
                </a:lnTo>
                <a:lnTo>
                  <a:pt x="55245" y="38100"/>
                </a:lnTo>
                <a:lnTo>
                  <a:pt x="56896" y="27431"/>
                </a:lnTo>
                <a:lnTo>
                  <a:pt x="54102" y="16382"/>
                </a:lnTo>
                <a:lnTo>
                  <a:pt x="47498" y="7493"/>
                </a:lnTo>
                <a:lnTo>
                  <a:pt x="38227" y="1777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437510" y="820648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2" y="2793"/>
                </a:lnTo>
                <a:lnTo>
                  <a:pt x="7238" y="9524"/>
                </a:lnTo>
                <a:lnTo>
                  <a:pt x="1650" y="18795"/>
                </a:lnTo>
                <a:lnTo>
                  <a:pt x="0" y="29463"/>
                </a:lnTo>
                <a:lnTo>
                  <a:pt x="2666" y="40512"/>
                </a:lnTo>
                <a:lnTo>
                  <a:pt x="9397" y="49656"/>
                </a:lnTo>
                <a:lnTo>
                  <a:pt x="18795" y="55371"/>
                </a:lnTo>
                <a:lnTo>
                  <a:pt x="29463" y="57022"/>
                </a:lnTo>
                <a:lnTo>
                  <a:pt x="40386" y="54101"/>
                </a:lnTo>
                <a:lnTo>
                  <a:pt x="49530" y="47497"/>
                </a:lnTo>
                <a:lnTo>
                  <a:pt x="55118" y="38226"/>
                </a:lnTo>
                <a:lnTo>
                  <a:pt x="56768" y="27431"/>
                </a:lnTo>
                <a:lnTo>
                  <a:pt x="54101" y="16382"/>
                </a:lnTo>
                <a:lnTo>
                  <a:pt x="47370" y="7238"/>
                </a:lnTo>
                <a:lnTo>
                  <a:pt x="38100" y="1650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448305" y="77892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510" y="2793"/>
                </a:lnTo>
                <a:lnTo>
                  <a:pt x="7366" y="9524"/>
                </a:lnTo>
                <a:lnTo>
                  <a:pt x="1650" y="18795"/>
                </a:lnTo>
                <a:lnTo>
                  <a:pt x="0" y="29463"/>
                </a:lnTo>
                <a:lnTo>
                  <a:pt x="2793" y="40512"/>
                </a:lnTo>
                <a:lnTo>
                  <a:pt x="9525" y="49656"/>
                </a:lnTo>
                <a:lnTo>
                  <a:pt x="18795" y="55244"/>
                </a:lnTo>
                <a:lnTo>
                  <a:pt x="29463" y="56895"/>
                </a:lnTo>
                <a:lnTo>
                  <a:pt x="40512" y="54228"/>
                </a:lnTo>
                <a:lnTo>
                  <a:pt x="49530" y="47497"/>
                </a:lnTo>
                <a:lnTo>
                  <a:pt x="55118" y="38226"/>
                </a:lnTo>
                <a:lnTo>
                  <a:pt x="56895" y="27431"/>
                </a:lnTo>
                <a:lnTo>
                  <a:pt x="54229" y="16382"/>
                </a:lnTo>
                <a:lnTo>
                  <a:pt x="47498" y="7238"/>
                </a:lnTo>
                <a:lnTo>
                  <a:pt x="38226" y="1650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516758" y="837603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2" y="0"/>
                </a:moveTo>
                <a:lnTo>
                  <a:pt x="16383" y="2667"/>
                </a:lnTo>
                <a:lnTo>
                  <a:pt x="7239" y="9398"/>
                </a:lnTo>
                <a:lnTo>
                  <a:pt x="1651" y="18669"/>
                </a:lnTo>
                <a:lnTo>
                  <a:pt x="0" y="29464"/>
                </a:lnTo>
                <a:lnTo>
                  <a:pt x="2793" y="40386"/>
                </a:lnTo>
                <a:lnTo>
                  <a:pt x="9398" y="49403"/>
                </a:lnTo>
                <a:lnTo>
                  <a:pt x="18668" y="54991"/>
                </a:lnTo>
                <a:lnTo>
                  <a:pt x="29464" y="56769"/>
                </a:lnTo>
                <a:lnTo>
                  <a:pt x="40513" y="54102"/>
                </a:lnTo>
                <a:lnTo>
                  <a:pt x="49911" y="47244"/>
                </a:lnTo>
                <a:lnTo>
                  <a:pt x="49657" y="47244"/>
                </a:lnTo>
                <a:lnTo>
                  <a:pt x="55245" y="38100"/>
                </a:lnTo>
                <a:lnTo>
                  <a:pt x="56896" y="27432"/>
                </a:lnTo>
                <a:lnTo>
                  <a:pt x="56768" y="27178"/>
                </a:lnTo>
                <a:lnTo>
                  <a:pt x="54102" y="16383"/>
                </a:lnTo>
                <a:lnTo>
                  <a:pt x="47371" y="7239"/>
                </a:lnTo>
                <a:lnTo>
                  <a:pt x="38100" y="1651"/>
                </a:lnTo>
                <a:lnTo>
                  <a:pt x="27432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595879" y="854506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27050" y="126"/>
                </a:lnTo>
                <a:lnTo>
                  <a:pt x="16382" y="2666"/>
                </a:lnTo>
                <a:lnTo>
                  <a:pt x="7238" y="9397"/>
                </a:lnTo>
                <a:lnTo>
                  <a:pt x="1650" y="18668"/>
                </a:lnTo>
                <a:lnTo>
                  <a:pt x="0" y="29463"/>
                </a:lnTo>
                <a:lnTo>
                  <a:pt x="29337" y="56768"/>
                </a:lnTo>
                <a:lnTo>
                  <a:pt x="40386" y="54101"/>
                </a:lnTo>
                <a:lnTo>
                  <a:pt x="49911" y="47243"/>
                </a:lnTo>
                <a:lnTo>
                  <a:pt x="49656" y="47243"/>
                </a:lnTo>
                <a:lnTo>
                  <a:pt x="55244" y="38099"/>
                </a:lnTo>
                <a:lnTo>
                  <a:pt x="56768" y="27431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617470" y="77102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16382" y="2666"/>
                </a:lnTo>
                <a:lnTo>
                  <a:pt x="7366" y="9270"/>
                </a:lnTo>
                <a:lnTo>
                  <a:pt x="1778" y="18541"/>
                </a:lnTo>
                <a:lnTo>
                  <a:pt x="0" y="29336"/>
                </a:lnTo>
                <a:lnTo>
                  <a:pt x="2667" y="40385"/>
                </a:lnTo>
                <a:lnTo>
                  <a:pt x="9398" y="49529"/>
                </a:lnTo>
                <a:lnTo>
                  <a:pt x="18796" y="55117"/>
                </a:lnTo>
                <a:lnTo>
                  <a:pt x="29591" y="56768"/>
                </a:lnTo>
                <a:lnTo>
                  <a:pt x="40386" y="54101"/>
                </a:lnTo>
                <a:lnTo>
                  <a:pt x="49530" y="47370"/>
                </a:lnTo>
                <a:lnTo>
                  <a:pt x="55118" y="38100"/>
                </a:lnTo>
                <a:lnTo>
                  <a:pt x="56768" y="27431"/>
                </a:lnTo>
                <a:lnTo>
                  <a:pt x="54102" y="16382"/>
                </a:lnTo>
                <a:lnTo>
                  <a:pt x="47371" y="7238"/>
                </a:lnTo>
                <a:lnTo>
                  <a:pt x="38100" y="1650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786507" y="76311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305" y="0"/>
                </a:moveTo>
                <a:lnTo>
                  <a:pt x="16382" y="2667"/>
                </a:lnTo>
                <a:lnTo>
                  <a:pt x="7238" y="9398"/>
                </a:lnTo>
                <a:lnTo>
                  <a:pt x="1650" y="18668"/>
                </a:lnTo>
                <a:lnTo>
                  <a:pt x="0" y="29463"/>
                </a:lnTo>
                <a:lnTo>
                  <a:pt x="2667" y="40386"/>
                </a:lnTo>
                <a:lnTo>
                  <a:pt x="9398" y="49530"/>
                </a:lnTo>
                <a:lnTo>
                  <a:pt x="18795" y="55118"/>
                </a:lnTo>
                <a:lnTo>
                  <a:pt x="29591" y="56768"/>
                </a:lnTo>
                <a:lnTo>
                  <a:pt x="40386" y="54101"/>
                </a:lnTo>
                <a:lnTo>
                  <a:pt x="49530" y="47371"/>
                </a:lnTo>
                <a:lnTo>
                  <a:pt x="55118" y="38100"/>
                </a:lnTo>
                <a:lnTo>
                  <a:pt x="56768" y="27431"/>
                </a:lnTo>
                <a:lnTo>
                  <a:pt x="54101" y="16382"/>
                </a:lnTo>
                <a:lnTo>
                  <a:pt x="47370" y="7238"/>
                </a:lnTo>
                <a:lnTo>
                  <a:pt x="38100" y="1650"/>
                </a:lnTo>
                <a:lnTo>
                  <a:pt x="27305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955925" y="755192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7431" y="0"/>
                </a:moveTo>
                <a:lnTo>
                  <a:pt x="16382" y="2667"/>
                </a:lnTo>
                <a:lnTo>
                  <a:pt x="7238" y="9398"/>
                </a:lnTo>
                <a:lnTo>
                  <a:pt x="1650" y="18669"/>
                </a:lnTo>
                <a:lnTo>
                  <a:pt x="0" y="29337"/>
                </a:lnTo>
                <a:lnTo>
                  <a:pt x="2793" y="40386"/>
                </a:lnTo>
                <a:lnTo>
                  <a:pt x="9398" y="49530"/>
                </a:lnTo>
                <a:lnTo>
                  <a:pt x="18795" y="55118"/>
                </a:lnTo>
                <a:lnTo>
                  <a:pt x="29463" y="56769"/>
                </a:lnTo>
                <a:lnTo>
                  <a:pt x="40512" y="54102"/>
                </a:lnTo>
                <a:lnTo>
                  <a:pt x="49402" y="47498"/>
                </a:lnTo>
                <a:lnTo>
                  <a:pt x="55118" y="38100"/>
                </a:lnTo>
                <a:lnTo>
                  <a:pt x="56768" y="27432"/>
                </a:lnTo>
                <a:lnTo>
                  <a:pt x="54101" y="16383"/>
                </a:lnTo>
                <a:lnTo>
                  <a:pt x="47498" y="7239"/>
                </a:lnTo>
                <a:lnTo>
                  <a:pt x="38100" y="1651"/>
                </a:lnTo>
                <a:lnTo>
                  <a:pt x="274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651635" y="7640193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256" y="507"/>
                </a:lnTo>
                <a:lnTo>
                  <a:pt x="10413" y="6984"/>
                </a:lnTo>
                <a:lnTo>
                  <a:pt x="5079" y="12699"/>
                </a:lnTo>
                <a:lnTo>
                  <a:pt x="0" y="26669"/>
                </a:lnTo>
                <a:lnTo>
                  <a:pt x="381" y="34543"/>
                </a:lnTo>
                <a:lnTo>
                  <a:pt x="6984" y="48386"/>
                </a:lnTo>
                <a:lnTo>
                  <a:pt x="12572" y="53720"/>
                </a:lnTo>
                <a:lnTo>
                  <a:pt x="26669" y="58800"/>
                </a:lnTo>
                <a:lnTo>
                  <a:pt x="34416" y="58419"/>
                </a:lnTo>
                <a:lnTo>
                  <a:pt x="47878" y="52069"/>
                </a:lnTo>
                <a:lnTo>
                  <a:pt x="53720" y="46227"/>
                </a:lnTo>
                <a:lnTo>
                  <a:pt x="58800" y="32130"/>
                </a:lnTo>
                <a:lnTo>
                  <a:pt x="58292" y="24383"/>
                </a:lnTo>
                <a:lnTo>
                  <a:pt x="51815" y="10413"/>
                </a:lnTo>
                <a:lnTo>
                  <a:pt x="46100" y="5079"/>
                </a:lnTo>
                <a:lnTo>
                  <a:pt x="32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831594" y="770597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794"/>
                </a:lnTo>
                <a:lnTo>
                  <a:pt x="7493" y="9144"/>
                </a:lnTo>
                <a:lnTo>
                  <a:pt x="1650" y="18796"/>
                </a:lnTo>
                <a:lnTo>
                  <a:pt x="0" y="29972"/>
                </a:lnTo>
                <a:lnTo>
                  <a:pt x="2667" y="40640"/>
                </a:lnTo>
                <a:lnTo>
                  <a:pt x="9143" y="49530"/>
                </a:lnTo>
                <a:lnTo>
                  <a:pt x="18795" y="55372"/>
                </a:lnTo>
                <a:lnTo>
                  <a:pt x="26162" y="57785"/>
                </a:lnTo>
                <a:lnTo>
                  <a:pt x="33908" y="57277"/>
                </a:lnTo>
                <a:lnTo>
                  <a:pt x="46989" y="51181"/>
                </a:lnTo>
                <a:lnTo>
                  <a:pt x="52578" y="45974"/>
                </a:lnTo>
                <a:lnTo>
                  <a:pt x="55372" y="38354"/>
                </a:lnTo>
                <a:lnTo>
                  <a:pt x="57023" y="27178"/>
                </a:lnTo>
                <a:lnTo>
                  <a:pt x="54356" y="16510"/>
                </a:lnTo>
                <a:lnTo>
                  <a:pt x="47879" y="7620"/>
                </a:lnTo>
                <a:lnTo>
                  <a:pt x="38226" y="1651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010664" y="7771003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3" y="2667"/>
                </a:lnTo>
                <a:lnTo>
                  <a:pt x="7493" y="9144"/>
                </a:lnTo>
                <a:lnTo>
                  <a:pt x="1650" y="18669"/>
                </a:lnTo>
                <a:lnTo>
                  <a:pt x="0" y="29845"/>
                </a:lnTo>
                <a:lnTo>
                  <a:pt x="2667" y="40513"/>
                </a:lnTo>
                <a:lnTo>
                  <a:pt x="9143" y="49403"/>
                </a:lnTo>
                <a:lnTo>
                  <a:pt x="18796" y="55372"/>
                </a:lnTo>
                <a:lnTo>
                  <a:pt x="26162" y="57658"/>
                </a:lnTo>
                <a:lnTo>
                  <a:pt x="33909" y="57277"/>
                </a:lnTo>
                <a:lnTo>
                  <a:pt x="46990" y="51054"/>
                </a:lnTo>
                <a:lnTo>
                  <a:pt x="52578" y="45847"/>
                </a:lnTo>
                <a:lnTo>
                  <a:pt x="55372" y="38227"/>
                </a:lnTo>
                <a:lnTo>
                  <a:pt x="57023" y="27051"/>
                </a:lnTo>
                <a:lnTo>
                  <a:pt x="54229" y="16383"/>
                </a:lnTo>
                <a:lnTo>
                  <a:pt x="47879" y="7493"/>
                </a:lnTo>
                <a:lnTo>
                  <a:pt x="38227" y="1651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51050" y="8494141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3" y="507"/>
                </a:lnTo>
                <a:lnTo>
                  <a:pt x="10413" y="6984"/>
                </a:lnTo>
                <a:lnTo>
                  <a:pt x="5206" y="12699"/>
                </a:lnTo>
                <a:lnTo>
                  <a:pt x="0" y="26669"/>
                </a:lnTo>
                <a:lnTo>
                  <a:pt x="507" y="34543"/>
                </a:lnTo>
                <a:lnTo>
                  <a:pt x="6985" y="48386"/>
                </a:lnTo>
                <a:lnTo>
                  <a:pt x="12700" y="53720"/>
                </a:lnTo>
                <a:lnTo>
                  <a:pt x="26797" y="58800"/>
                </a:lnTo>
                <a:lnTo>
                  <a:pt x="34543" y="58419"/>
                </a:lnTo>
                <a:lnTo>
                  <a:pt x="48006" y="52069"/>
                </a:lnTo>
                <a:lnTo>
                  <a:pt x="53720" y="46227"/>
                </a:lnTo>
                <a:lnTo>
                  <a:pt x="58927" y="32130"/>
                </a:lnTo>
                <a:lnTo>
                  <a:pt x="58419" y="24383"/>
                </a:lnTo>
                <a:lnTo>
                  <a:pt x="51943" y="10413"/>
                </a:lnTo>
                <a:lnTo>
                  <a:pt x="46227" y="5079"/>
                </a:lnTo>
                <a:lnTo>
                  <a:pt x="32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116963" y="8315959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794"/>
                </a:lnTo>
                <a:lnTo>
                  <a:pt x="7493" y="9144"/>
                </a:lnTo>
                <a:lnTo>
                  <a:pt x="1650" y="18796"/>
                </a:lnTo>
                <a:lnTo>
                  <a:pt x="0" y="29972"/>
                </a:lnTo>
                <a:lnTo>
                  <a:pt x="2667" y="40640"/>
                </a:lnTo>
                <a:lnTo>
                  <a:pt x="9143" y="49530"/>
                </a:lnTo>
                <a:lnTo>
                  <a:pt x="18795" y="55372"/>
                </a:lnTo>
                <a:lnTo>
                  <a:pt x="26162" y="57785"/>
                </a:lnTo>
                <a:lnTo>
                  <a:pt x="33909" y="57277"/>
                </a:lnTo>
                <a:lnTo>
                  <a:pt x="46989" y="51181"/>
                </a:lnTo>
                <a:lnTo>
                  <a:pt x="52578" y="45974"/>
                </a:lnTo>
                <a:lnTo>
                  <a:pt x="55372" y="38227"/>
                </a:lnTo>
                <a:lnTo>
                  <a:pt x="57023" y="27178"/>
                </a:lnTo>
                <a:lnTo>
                  <a:pt x="54229" y="16510"/>
                </a:lnTo>
                <a:lnTo>
                  <a:pt x="47879" y="7620"/>
                </a:lnTo>
                <a:lnTo>
                  <a:pt x="38226" y="1651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181860" y="8136890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793"/>
                </a:lnTo>
                <a:lnTo>
                  <a:pt x="7492" y="9143"/>
                </a:lnTo>
                <a:lnTo>
                  <a:pt x="1650" y="18795"/>
                </a:lnTo>
                <a:lnTo>
                  <a:pt x="0" y="29971"/>
                </a:lnTo>
                <a:lnTo>
                  <a:pt x="2666" y="40639"/>
                </a:lnTo>
                <a:lnTo>
                  <a:pt x="9143" y="49529"/>
                </a:lnTo>
                <a:lnTo>
                  <a:pt x="18795" y="55371"/>
                </a:lnTo>
                <a:lnTo>
                  <a:pt x="26288" y="57784"/>
                </a:lnTo>
                <a:lnTo>
                  <a:pt x="34035" y="57276"/>
                </a:lnTo>
                <a:lnTo>
                  <a:pt x="47116" y="51180"/>
                </a:lnTo>
                <a:lnTo>
                  <a:pt x="52577" y="45973"/>
                </a:lnTo>
                <a:lnTo>
                  <a:pt x="55371" y="38353"/>
                </a:lnTo>
                <a:lnTo>
                  <a:pt x="57022" y="27177"/>
                </a:lnTo>
                <a:lnTo>
                  <a:pt x="54356" y="16509"/>
                </a:lnTo>
                <a:lnTo>
                  <a:pt x="47878" y="7619"/>
                </a:lnTo>
                <a:lnTo>
                  <a:pt x="38226" y="1650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376677" y="7599806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1" y="0"/>
                </a:moveTo>
                <a:lnTo>
                  <a:pt x="16383" y="2667"/>
                </a:lnTo>
                <a:lnTo>
                  <a:pt x="7493" y="9017"/>
                </a:lnTo>
                <a:lnTo>
                  <a:pt x="1524" y="18669"/>
                </a:lnTo>
                <a:lnTo>
                  <a:pt x="0" y="29845"/>
                </a:lnTo>
                <a:lnTo>
                  <a:pt x="2667" y="40513"/>
                </a:lnTo>
                <a:lnTo>
                  <a:pt x="9017" y="49403"/>
                </a:lnTo>
                <a:lnTo>
                  <a:pt x="18669" y="55245"/>
                </a:lnTo>
                <a:lnTo>
                  <a:pt x="26162" y="57658"/>
                </a:lnTo>
                <a:lnTo>
                  <a:pt x="33909" y="57150"/>
                </a:lnTo>
                <a:lnTo>
                  <a:pt x="46990" y="51054"/>
                </a:lnTo>
                <a:lnTo>
                  <a:pt x="52578" y="45847"/>
                </a:lnTo>
                <a:lnTo>
                  <a:pt x="55245" y="38227"/>
                </a:lnTo>
                <a:lnTo>
                  <a:pt x="56896" y="27051"/>
                </a:lnTo>
                <a:lnTo>
                  <a:pt x="54229" y="16383"/>
                </a:lnTo>
                <a:lnTo>
                  <a:pt x="47752" y="7493"/>
                </a:lnTo>
                <a:lnTo>
                  <a:pt x="38227" y="1524"/>
                </a:lnTo>
                <a:lnTo>
                  <a:pt x="27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441575" y="7420736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667"/>
                </a:lnTo>
                <a:lnTo>
                  <a:pt x="7493" y="9017"/>
                </a:lnTo>
                <a:lnTo>
                  <a:pt x="1650" y="18669"/>
                </a:lnTo>
                <a:lnTo>
                  <a:pt x="0" y="29845"/>
                </a:lnTo>
                <a:lnTo>
                  <a:pt x="2667" y="40513"/>
                </a:lnTo>
                <a:lnTo>
                  <a:pt x="9143" y="49403"/>
                </a:lnTo>
                <a:lnTo>
                  <a:pt x="18668" y="55245"/>
                </a:lnTo>
                <a:lnTo>
                  <a:pt x="26162" y="57658"/>
                </a:lnTo>
                <a:lnTo>
                  <a:pt x="33908" y="57150"/>
                </a:lnTo>
                <a:lnTo>
                  <a:pt x="46989" y="51054"/>
                </a:lnTo>
                <a:lnTo>
                  <a:pt x="52577" y="45847"/>
                </a:lnTo>
                <a:lnTo>
                  <a:pt x="55372" y="38227"/>
                </a:lnTo>
                <a:lnTo>
                  <a:pt x="57023" y="27051"/>
                </a:lnTo>
                <a:lnTo>
                  <a:pt x="54229" y="16383"/>
                </a:lnTo>
                <a:lnTo>
                  <a:pt x="47879" y="7493"/>
                </a:lnTo>
                <a:lnTo>
                  <a:pt x="38226" y="1524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05582" y="7240651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4" y="507"/>
                </a:lnTo>
                <a:lnTo>
                  <a:pt x="10414" y="6985"/>
                </a:lnTo>
                <a:lnTo>
                  <a:pt x="5080" y="12700"/>
                </a:lnTo>
                <a:lnTo>
                  <a:pt x="0" y="26797"/>
                </a:lnTo>
                <a:lnTo>
                  <a:pt x="381" y="34543"/>
                </a:lnTo>
                <a:lnTo>
                  <a:pt x="6985" y="48513"/>
                </a:lnTo>
                <a:lnTo>
                  <a:pt x="12573" y="53721"/>
                </a:lnTo>
                <a:lnTo>
                  <a:pt x="26669" y="58928"/>
                </a:lnTo>
                <a:lnTo>
                  <a:pt x="34417" y="58419"/>
                </a:lnTo>
                <a:lnTo>
                  <a:pt x="48387" y="51943"/>
                </a:lnTo>
                <a:lnTo>
                  <a:pt x="53721" y="46228"/>
                </a:lnTo>
                <a:lnTo>
                  <a:pt x="58800" y="32131"/>
                </a:lnTo>
                <a:lnTo>
                  <a:pt x="58293" y="24384"/>
                </a:lnTo>
                <a:lnTo>
                  <a:pt x="51816" y="10413"/>
                </a:lnTo>
                <a:lnTo>
                  <a:pt x="46100" y="5206"/>
                </a:lnTo>
                <a:lnTo>
                  <a:pt x="32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547873" y="7965693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666"/>
                </a:lnTo>
                <a:lnTo>
                  <a:pt x="7493" y="9143"/>
                </a:lnTo>
                <a:lnTo>
                  <a:pt x="1650" y="18795"/>
                </a:lnTo>
                <a:lnTo>
                  <a:pt x="0" y="29971"/>
                </a:lnTo>
                <a:lnTo>
                  <a:pt x="2667" y="40639"/>
                </a:lnTo>
                <a:lnTo>
                  <a:pt x="9143" y="49529"/>
                </a:lnTo>
                <a:lnTo>
                  <a:pt x="18668" y="55371"/>
                </a:lnTo>
                <a:lnTo>
                  <a:pt x="26162" y="57784"/>
                </a:lnTo>
                <a:lnTo>
                  <a:pt x="33908" y="57276"/>
                </a:lnTo>
                <a:lnTo>
                  <a:pt x="46989" y="51180"/>
                </a:lnTo>
                <a:lnTo>
                  <a:pt x="52577" y="45973"/>
                </a:lnTo>
                <a:lnTo>
                  <a:pt x="55371" y="38226"/>
                </a:lnTo>
                <a:lnTo>
                  <a:pt x="57023" y="27050"/>
                </a:lnTo>
                <a:lnTo>
                  <a:pt x="54228" y="16509"/>
                </a:lnTo>
                <a:lnTo>
                  <a:pt x="47878" y="7619"/>
                </a:lnTo>
                <a:lnTo>
                  <a:pt x="38226" y="1650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726944" y="8030591"/>
            <a:ext cx="57150" cy="57785"/>
          </a:xfrm>
          <a:custGeom>
            <a:avLst/>
            <a:gdLst/>
            <a:ahLst/>
            <a:cxnLst/>
            <a:rect l="l" t="t" r="r" b="b"/>
            <a:pathLst>
              <a:path w="57150" h="57784">
                <a:moveTo>
                  <a:pt x="27050" y="0"/>
                </a:moveTo>
                <a:lnTo>
                  <a:pt x="16382" y="2793"/>
                </a:lnTo>
                <a:lnTo>
                  <a:pt x="7493" y="9143"/>
                </a:lnTo>
                <a:lnTo>
                  <a:pt x="1650" y="18795"/>
                </a:lnTo>
                <a:lnTo>
                  <a:pt x="0" y="29971"/>
                </a:lnTo>
                <a:lnTo>
                  <a:pt x="2667" y="40639"/>
                </a:lnTo>
                <a:lnTo>
                  <a:pt x="9143" y="49529"/>
                </a:lnTo>
                <a:lnTo>
                  <a:pt x="18668" y="55371"/>
                </a:lnTo>
                <a:lnTo>
                  <a:pt x="26162" y="57784"/>
                </a:lnTo>
                <a:lnTo>
                  <a:pt x="33908" y="57276"/>
                </a:lnTo>
                <a:lnTo>
                  <a:pt x="46989" y="51180"/>
                </a:lnTo>
                <a:lnTo>
                  <a:pt x="52578" y="45973"/>
                </a:lnTo>
                <a:lnTo>
                  <a:pt x="55372" y="38353"/>
                </a:lnTo>
                <a:lnTo>
                  <a:pt x="57023" y="27177"/>
                </a:lnTo>
                <a:lnTo>
                  <a:pt x="54229" y="16509"/>
                </a:lnTo>
                <a:lnTo>
                  <a:pt x="47879" y="7619"/>
                </a:lnTo>
                <a:lnTo>
                  <a:pt x="38226" y="1650"/>
                </a:lnTo>
                <a:lnTo>
                  <a:pt x="27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904998" y="8094726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3" y="381"/>
                </a:lnTo>
                <a:lnTo>
                  <a:pt x="10413" y="6857"/>
                </a:lnTo>
                <a:lnTo>
                  <a:pt x="5206" y="12573"/>
                </a:lnTo>
                <a:lnTo>
                  <a:pt x="0" y="26669"/>
                </a:lnTo>
                <a:lnTo>
                  <a:pt x="507" y="34417"/>
                </a:lnTo>
                <a:lnTo>
                  <a:pt x="6984" y="48387"/>
                </a:lnTo>
                <a:lnTo>
                  <a:pt x="12700" y="53593"/>
                </a:lnTo>
                <a:lnTo>
                  <a:pt x="26796" y="58800"/>
                </a:lnTo>
                <a:lnTo>
                  <a:pt x="34543" y="58293"/>
                </a:lnTo>
                <a:lnTo>
                  <a:pt x="48513" y="51816"/>
                </a:lnTo>
                <a:lnTo>
                  <a:pt x="53720" y="46100"/>
                </a:lnTo>
                <a:lnTo>
                  <a:pt x="58927" y="32004"/>
                </a:lnTo>
                <a:lnTo>
                  <a:pt x="58419" y="24256"/>
                </a:lnTo>
                <a:lnTo>
                  <a:pt x="51943" y="10287"/>
                </a:lnTo>
                <a:lnTo>
                  <a:pt x="46227" y="5080"/>
                </a:lnTo>
                <a:lnTo>
                  <a:pt x="32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673985" y="8713089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3" y="508"/>
                </a:lnTo>
                <a:lnTo>
                  <a:pt x="10413" y="6985"/>
                </a:lnTo>
                <a:lnTo>
                  <a:pt x="5079" y="12700"/>
                </a:lnTo>
                <a:lnTo>
                  <a:pt x="0" y="26670"/>
                </a:lnTo>
                <a:lnTo>
                  <a:pt x="381" y="34544"/>
                </a:lnTo>
                <a:lnTo>
                  <a:pt x="6984" y="48387"/>
                </a:lnTo>
                <a:lnTo>
                  <a:pt x="12572" y="53721"/>
                </a:lnTo>
                <a:lnTo>
                  <a:pt x="26669" y="58801"/>
                </a:lnTo>
                <a:lnTo>
                  <a:pt x="34416" y="58420"/>
                </a:lnTo>
                <a:lnTo>
                  <a:pt x="48387" y="51816"/>
                </a:lnTo>
                <a:lnTo>
                  <a:pt x="53720" y="46228"/>
                </a:lnTo>
                <a:lnTo>
                  <a:pt x="58800" y="32131"/>
                </a:lnTo>
                <a:lnTo>
                  <a:pt x="58419" y="24384"/>
                </a:lnTo>
                <a:lnTo>
                  <a:pt x="51815" y="10414"/>
                </a:lnTo>
                <a:lnTo>
                  <a:pt x="46227" y="5080"/>
                </a:lnTo>
                <a:lnTo>
                  <a:pt x="321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124073" y="7471791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003" y="0"/>
                </a:moveTo>
                <a:lnTo>
                  <a:pt x="24256" y="507"/>
                </a:lnTo>
                <a:lnTo>
                  <a:pt x="10413" y="6984"/>
                </a:lnTo>
                <a:lnTo>
                  <a:pt x="5079" y="12699"/>
                </a:lnTo>
                <a:lnTo>
                  <a:pt x="0" y="26669"/>
                </a:lnTo>
                <a:lnTo>
                  <a:pt x="381" y="34416"/>
                </a:lnTo>
                <a:lnTo>
                  <a:pt x="6857" y="48386"/>
                </a:lnTo>
                <a:lnTo>
                  <a:pt x="12572" y="53720"/>
                </a:lnTo>
                <a:lnTo>
                  <a:pt x="26669" y="58800"/>
                </a:lnTo>
                <a:lnTo>
                  <a:pt x="34416" y="58419"/>
                </a:lnTo>
                <a:lnTo>
                  <a:pt x="47878" y="52069"/>
                </a:lnTo>
                <a:lnTo>
                  <a:pt x="53720" y="46227"/>
                </a:lnTo>
                <a:lnTo>
                  <a:pt x="58800" y="32130"/>
                </a:lnTo>
                <a:lnTo>
                  <a:pt x="58293" y="24383"/>
                </a:lnTo>
                <a:lnTo>
                  <a:pt x="51815" y="10413"/>
                </a:lnTo>
                <a:lnTo>
                  <a:pt x="46100" y="5079"/>
                </a:lnTo>
                <a:lnTo>
                  <a:pt x="32003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432686" y="8263128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5" h="59054">
                <a:moveTo>
                  <a:pt x="32131" y="0"/>
                </a:moveTo>
                <a:lnTo>
                  <a:pt x="24384" y="381"/>
                </a:lnTo>
                <a:lnTo>
                  <a:pt x="10413" y="6858"/>
                </a:lnTo>
                <a:lnTo>
                  <a:pt x="5079" y="12573"/>
                </a:lnTo>
                <a:lnTo>
                  <a:pt x="0" y="26670"/>
                </a:lnTo>
                <a:lnTo>
                  <a:pt x="381" y="34417"/>
                </a:lnTo>
                <a:lnTo>
                  <a:pt x="6984" y="48387"/>
                </a:lnTo>
                <a:lnTo>
                  <a:pt x="12572" y="53721"/>
                </a:lnTo>
                <a:lnTo>
                  <a:pt x="26669" y="58801"/>
                </a:lnTo>
                <a:lnTo>
                  <a:pt x="34416" y="58293"/>
                </a:lnTo>
                <a:lnTo>
                  <a:pt x="48387" y="51816"/>
                </a:lnTo>
                <a:lnTo>
                  <a:pt x="53721" y="46101"/>
                </a:lnTo>
                <a:lnTo>
                  <a:pt x="58800" y="32004"/>
                </a:lnTo>
                <a:lnTo>
                  <a:pt x="58293" y="24257"/>
                </a:lnTo>
                <a:lnTo>
                  <a:pt x="51815" y="10414"/>
                </a:lnTo>
                <a:lnTo>
                  <a:pt x="46100" y="5080"/>
                </a:lnTo>
                <a:lnTo>
                  <a:pt x="32131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855329" y="1181608"/>
            <a:ext cx="583565" cy="583565"/>
          </a:xfrm>
          <a:custGeom>
            <a:avLst/>
            <a:gdLst/>
            <a:ahLst/>
            <a:cxnLst/>
            <a:rect l="l" t="t" r="r" b="b"/>
            <a:pathLst>
              <a:path w="583565" h="583564">
                <a:moveTo>
                  <a:pt x="173736" y="0"/>
                </a:moveTo>
                <a:lnTo>
                  <a:pt x="149351" y="11049"/>
                </a:lnTo>
                <a:lnTo>
                  <a:pt x="266192" y="267970"/>
                </a:lnTo>
                <a:lnTo>
                  <a:pt x="72898" y="195580"/>
                </a:lnTo>
                <a:lnTo>
                  <a:pt x="63373" y="220725"/>
                </a:lnTo>
                <a:lnTo>
                  <a:pt x="256540" y="292989"/>
                </a:lnTo>
                <a:lnTo>
                  <a:pt x="0" y="409701"/>
                </a:lnTo>
                <a:lnTo>
                  <a:pt x="11175" y="434213"/>
                </a:lnTo>
                <a:lnTo>
                  <a:pt x="267843" y="317373"/>
                </a:lnTo>
                <a:lnTo>
                  <a:pt x="195452" y="510413"/>
                </a:lnTo>
                <a:lnTo>
                  <a:pt x="220599" y="519938"/>
                </a:lnTo>
                <a:lnTo>
                  <a:pt x="292989" y="326771"/>
                </a:lnTo>
                <a:lnTo>
                  <a:pt x="409701" y="583311"/>
                </a:lnTo>
                <a:lnTo>
                  <a:pt x="434086" y="572262"/>
                </a:lnTo>
                <a:lnTo>
                  <a:pt x="317500" y="315849"/>
                </a:lnTo>
                <a:lnTo>
                  <a:pt x="510540" y="387985"/>
                </a:lnTo>
                <a:lnTo>
                  <a:pt x="519938" y="362839"/>
                </a:lnTo>
                <a:lnTo>
                  <a:pt x="326644" y="290575"/>
                </a:lnTo>
                <a:lnTo>
                  <a:pt x="583311" y="173863"/>
                </a:lnTo>
                <a:lnTo>
                  <a:pt x="572262" y="149351"/>
                </a:lnTo>
                <a:lnTo>
                  <a:pt x="315722" y="266065"/>
                </a:lnTo>
                <a:lnTo>
                  <a:pt x="387985" y="73025"/>
                </a:lnTo>
                <a:lnTo>
                  <a:pt x="362839" y="63626"/>
                </a:lnTo>
                <a:lnTo>
                  <a:pt x="290575" y="256667"/>
                </a:lnTo>
                <a:lnTo>
                  <a:pt x="1737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3892677" y="7422642"/>
            <a:ext cx="104857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62"/>
              </a:rPr>
              <a:t>https://www.w3schools.com/git/default.asp?remote=github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6261" y="3342640"/>
            <a:ext cx="6771640" cy="876300"/>
          </a:xfrm>
          <a:custGeom>
            <a:avLst/>
            <a:gdLst/>
            <a:ahLst/>
            <a:cxnLst/>
            <a:rect l="l" t="t" r="r" b="b"/>
            <a:pathLst>
              <a:path w="6771640" h="876300">
                <a:moveTo>
                  <a:pt x="6714363" y="0"/>
                </a:moveTo>
                <a:lnTo>
                  <a:pt x="57023" y="0"/>
                </a:lnTo>
                <a:lnTo>
                  <a:pt x="34798" y="4444"/>
                </a:lnTo>
                <a:lnTo>
                  <a:pt x="16764" y="16636"/>
                </a:lnTo>
                <a:lnTo>
                  <a:pt x="4572" y="34798"/>
                </a:lnTo>
                <a:lnTo>
                  <a:pt x="0" y="56895"/>
                </a:lnTo>
                <a:lnTo>
                  <a:pt x="0" y="819276"/>
                </a:lnTo>
                <a:lnTo>
                  <a:pt x="4572" y="841374"/>
                </a:lnTo>
                <a:lnTo>
                  <a:pt x="16764" y="859535"/>
                </a:lnTo>
                <a:lnTo>
                  <a:pt x="34798" y="871727"/>
                </a:lnTo>
                <a:lnTo>
                  <a:pt x="57023" y="876299"/>
                </a:lnTo>
                <a:lnTo>
                  <a:pt x="6714363" y="876299"/>
                </a:lnTo>
                <a:lnTo>
                  <a:pt x="6736461" y="871727"/>
                </a:lnTo>
                <a:lnTo>
                  <a:pt x="6754495" y="859535"/>
                </a:lnTo>
                <a:lnTo>
                  <a:pt x="6766814" y="841374"/>
                </a:lnTo>
                <a:lnTo>
                  <a:pt x="6771259" y="819276"/>
                </a:lnTo>
                <a:lnTo>
                  <a:pt x="6771259" y="56895"/>
                </a:lnTo>
                <a:lnTo>
                  <a:pt x="6766814" y="34798"/>
                </a:lnTo>
                <a:lnTo>
                  <a:pt x="6754495" y="16636"/>
                </a:lnTo>
                <a:lnTo>
                  <a:pt x="6736461" y="4444"/>
                </a:lnTo>
                <a:lnTo>
                  <a:pt x="6714363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41406" y="3459607"/>
            <a:ext cx="408812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5" dirty="0">
                <a:latin typeface="Arial MT"/>
                <a:cs typeface="Arial MT"/>
              </a:rPr>
              <a:t>What</a:t>
            </a:r>
            <a:r>
              <a:rPr sz="3200" spc="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Git</a:t>
            </a:r>
            <a:r>
              <a:rPr sz="3200" spc="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1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GitHub?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16261" y="5604890"/>
            <a:ext cx="6771640" cy="876300"/>
          </a:xfrm>
          <a:custGeom>
            <a:avLst/>
            <a:gdLst/>
            <a:ahLst/>
            <a:cxnLst/>
            <a:rect l="l" t="t" r="r" b="b"/>
            <a:pathLst>
              <a:path w="6771640" h="876300">
                <a:moveTo>
                  <a:pt x="6714363" y="0"/>
                </a:moveTo>
                <a:lnTo>
                  <a:pt x="57023" y="0"/>
                </a:lnTo>
                <a:lnTo>
                  <a:pt x="34798" y="4445"/>
                </a:lnTo>
                <a:lnTo>
                  <a:pt x="16764" y="16637"/>
                </a:lnTo>
                <a:lnTo>
                  <a:pt x="4572" y="34798"/>
                </a:lnTo>
                <a:lnTo>
                  <a:pt x="0" y="56896"/>
                </a:lnTo>
                <a:lnTo>
                  <a:pt x="0" y="819276"/>
                </a:lnTo>
                <a:lnTo>
                  <a:pt x="4572" y="841375"/>
                </a:lnTo>
                <a:lnTo>
                  <a:pt x="16764" y="859536"/>
                </a:lnTo>
                <a:lnTo>
                  <a:pt x="34798" y="871728"/>
                </a:lnTo>
                <a:lnTo>
                  <a:pt x="57023" y="876300"/>
                </a:lnTo>
                <a:lnTo>
                  <a:pt x="6714363" y="876300"/>
                </a:lnTo>
                <a:lnTo>
                  <a:pt x="6736461" y="871728"/>
                </a:lnTo>
                <a:lnTo>
                  <a:pt x="6754495" y="859536"/>
                </a:lnTo>
                <a:lnTo>
                  <a:pt x="6766814" y="841375"/>
                </a:lnTo>
                <a:lnTo>
                  <a:pt x="6771259" y="819276"/>
                </a:lnTo>
                <a:lnTo>
                  <a:pt x="6771259" y="56896"/>
                </a:lnTo>
                <a:lnTo>
                  <a:pt x="6766814" y="34798"/>
                </a:lnTo>
                <a:lnTo>
                  <a:pt x="6754495" y="16637"/>
                </a:lnTo>
                <a:lnTo>
                  <a:pt x="6736461" y="4445"/>
                </a:lnTo>
                <a:lnTo>
                  <a:pt x="6714363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16261" y="4473702"/>
            <a:ext cx="6771640" cy="876300"/>
          </a:xfrm>
          <a:custGeom>
            <a:avLst/>
            <a:gdLst/>
            <a:ahLst/>
            <a:cxnLst/>
            <a:rect l="l" t="t" r="r" b="b"/>
            <a:pathLst>
              <a:path w="6771640" h="876300">
                <a:moveTo>
                  <a:pt x="6714363" y="0"/>
                </a:moveTo>
                <a:lnTo>
                  <a:pt x="57023" y="0"/>
                </a:lnTo>
                <a:lnTo>
                  <a:pt x="34798" y="4445"/>
                </a:lnTo>
                <a:lnTo>
                  <a:pt x="16764" y="16763"/>
                </a:lnTo>
                <a:lnTo>
                  <a:pt x="4572" y="34798"/>
                </a:lnTo>
                <a:lnTo>
                  <a:pt x="0" y="57023"/>
                </a:lnTo>
                <a:lnTo>
                  <a:pt x="0" y="819276"/>
                </a:lnTo>
                <a:lnTo>
                  <a:pt x="4572" y="841501"/>
                </a:lnTo>
                <a:lnTo>
                  <a:pt x="16764" y="859536"/>
                </a:lnTo>
                <a:lnTo>
                  <a:pt x="34798" y="871855"/>
                </a:lnTo>
                <a:lnTo>
                  <a:pt x="57023" y="876300"/>
                </a:lnTo>
                <a:lnTo>
                  <a:pt x="6714363" y="876300"/>
                </a:lnTo>
                <a:lnTo>
                  <a:pt x="6736461" y="871855"/>
                </a:lnTo>
                <a:lnTo>
                  <a:pt x="6754495" y="859536"/>
                </a:lnTo>
                <a:lnTo>
                  <a:pt x="6766814" y="841501"/>
                </a:lnTo>
                <a:lnTo>
                  <a:pt x="6771259" y="819276"/>
                </a:lnTo>
                <a:lnTo>
                  <a:pt x="6771259" y="57023"/>
                </a:lnTo>
                <a:lnTo>
                  <a:pt x="6766814" y="34798"/>
                </a:lnTo>
                <a:lnTo>
                  <a:pt x="6754495" y="16763"/>
                </a:lnTo>
                <a:lnTo>
                  <a:pt x="6736461" y="4445"/>
                </a:lnTo>
                <a:lnTo>
                  <a:pt x="6714363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31628" y="4624577"/>
            <a:ext cx="6017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5" dirty="0">
                <a:latin typeface="Arial MT"/>
                <a:cs typeface="Arial MT"/>
              </a:rPr>
              <a:t>Understanding</a:t>
            </a:r>
            <a:r>
              <a:rPr sz="3200" spc="1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GitHub</a:t>
            </a:r>
            <a:r>
              <a:rPr sz="3200" spc="204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Workflow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716261" y="6735953"/>
            <a:ext cx="6771640" cy="900430"/>
            <a:chOff x="9716261" y="6735953"/>
            <a:chExt cx="6771640" cy="900430"/>
          </a:xfrm>
        </p:grpSpPr>
        <p:sp>
          <p:nvSpPr>
            <p:cNvPr id="8" name="object 8"/>
            <p:cNvSpPr/>
            <p:nvPr/>
          </p:nvSpPr>
          <p:spPr>
            <a:xfrm>
              <a:off x="9716261" y="6735953"/>
              <a:ext cx="6771640" cy="876300"/>
            </a:xfrm>
            <a:custGeom>
              <a:avLst/>
              <a:gdLst/>
              <a:ahLst/>
              <a:cxnLst/>
              <a:rect l="l" t="t" r="r" b="b"/>
              <a:pathLst>
                <a:path w="6771640" h="876300">
                  <a:moveTo>
                    <a:pt x="6714363" y="0"/>
                  </a:moveTo>
                  <a:lnTo>
                    <a:pt x="57023" y="0"/>
                  </a:lnTo>
                  <a:lnTo>
                    <a:pt x="34798" y="4445"/>
                  </a:lnTo>
                  <a:lnTo>
                    <a:pt x="16764" y="16763"/>
                  </a:lnTo>
                  <a:lnTo>
                    <a:pt x="4572" y="34798"/>
                  </a:lnTo>
                  <a:lnTo>
                    <a:pt x="0" y="57023"/>
                  </a:lnTo>
                  <a:lnTo>
                    <a:pt x="0" y="819277"/>
                  </a:lnTo>
                  <a:lnTo>
                    <a:pt x="4572" y="841502"/>
                  </a:lnTo>
                  <a:lnTo>
                    <a:pt x="16764" y="859536"/>
                  </a:lnTo>
                  <a:lnTo>
                    <a:pt x="34798" y="871855"/>
                  </a:lnTo>
                  <a:lnTo>
                    <a:pt x="57023" y="876300"/>
                  </a:lnTo>
                  <a:lnTo>
                    <a:pt x="6714363" y="876300"/>
                  </a:lnTo>
                  <a:lnTo>
                    <a:pt x="6736461" y="871855"/>
                  </a:lnTo>
                  <a:lnTo>
                    <a:pt x="6754495" y="859536"/>
                  </a:lnTo>
                  <a:lnTo>
                    <a:pt x="6766814" y="841502"/>
                  </a:lnTo>
                  <a:lnTo>
                    <a:pt x="6771259" y="819277"/>
                  </a:lnTo>
                  <a:lnTo>
                    <a:pt x="6771259" y="57023"/>
                  </a:lnTo>
                  <a:lnTo>
                    <a:pt x="6766814" y="34798"/>
                  </a:lnTo>
                  <a:lnTo>
                    <a:pt x="6754495" y="16763"/>
                  </a:lnTo>
                  <a:lnTo>
                    <a:pt x="6736461" y="4445"/>
                  </a:lnTo>
                  <a:lnTo>
                    <a:pt x="6714363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5595" y="6781800"/>
              <a:ext cx="822198" cy="85420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221848" y="5758688"/>
            <a:ext cx="3660775" cy="1637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Practical</a:t>
            </a:r>
            <a:r>
              <a:rPr sz="3200" spc="3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session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708785" algn="l"/>
              </a:tabLst>
            </a:pPr>
            <a:r>
              <a:rPr sz="3200" spc="-10" dirty="0">
                <a:latin typeface="Arial MT"/>
                <a:cs typeface="Arial MT"/>
              </a:rPr>
              <a:t>Bonus</a:t>
            </a:r>
            <a:r>
              <a:rPr sz="3200" dirty="0">
                <a:latin typeface="Arial MT"/>
                <a:cs typeface="Arial MT"/>
              </a:rPr>
              <a:t>	+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Wrap</a:t>
            </a:r>
            <a:r>
              <a:rPr sz="3200" spc="114" dirty="0">
                <a:latin typeface="Arial MT"/>
                <a:cs typeface="Arial MT"/>
              </a:rPr>
              <a:t> </a:t>
            </a:r>
            <a:r>
              <a:rPr sz="3200" spc="75" dirty="0">
                <a:latin typeface="Arial MT"/>
                <a:cs typeface="Arial MT"/>
              </a:rPr>
              <a:t>up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0" y="334264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819276" y="0"/>
                </a:moveTo>
                <a:lnTo>
                  <a:pt x="57023" y="0"/>
                </a:lnTo>
                <a:lnTo>
                  <a:pt x="34798" y="4444"/>
                </a:lnTo>
                <a:lnTo>
                  <a:pt x="16764" y="16636"/>
                </a:lnTo>
                <a:lnTo>
                  <a:pt x="4445" y="34798"/>
                </a:lnTo>
                <a:lnTo>
                  <a:pt x="0" y="56895"/>
                </a:lnTo>
                <a:lnTo>
                  <a:pt x="0" y="819276"/>
                </a:lnTo>
                <a:lnTo>
                  <a:pt x="4445" y="841374"/>
                </a:lnTo>
                <a:lnTo>
                  <a:pt x="16764" y="859535"/>
                </a:lnTo>
                <a:lnTo>
                  <a:pt x="34798" y="871727"/>
                </a:lnTo>
                <a:lnTo>
                  <a:pt x="57023" y="876299"/>
                </a:lnTo>
                <a:lnTo>
                  <a:pt x="819276" y="876299"/>
                </a:lnTo>
                <a:lnTo>
                  <a:pt x="841501" y="871727"/>
                </a:lnTo>
                <a:lnTo>
                  <a:pt x="859535" y="859535"/>
                </a:lnTo>
                <a:lnTo>
                  <a:pt x="871854" y="841374"/>
                </a:lnTo>
                <a:lnTo>
                  <a:pt x="876300" y="819276"/>
                </a:lnTo>
                <a:lnTo>
                  <a:pt x="876300" y="56895"/>
                </a:lnTo>
                <a:lnTo>
                  <a:pt x="871854" y="34798"/>
                </a:lnTo>
                <a:lnTo>
                  <a:pt x="859535" y="16636"/>
                </a:lnTo>
                <a:lnTo>
                  <a:pt x="841501" y="4444"/>
                </a:lnTo>
                <a:lnTo>
                  <a:pt x="81927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04933" y="3446526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0" y="560489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819276" y="0"/>
                </a:moveTo>
                <a:lnTo>
                  <a:pt x="57023" y="0"/>
                </a:lnTo>
                <a:lnTo>
                  <a:pt x="34798" y="4445"/>
                </a:lnTo>
                <a:lnTo>
                  <a:pt x="16764" y="16637"/>
                </a:lnTo>
                <a:lnTo>
                  <a:pt x="4445" y="34798"/>
                </a:lnTo>
                <a:lnTo>
                  <a:pt x="0" y="56896"/>
                </a:lnTo>
                <a:lnTo>
                  <a:pt x="0" y="819276"/>
                </a:lnTo>
                <a:lnTo>
                  <a:pt x="4445" y="841375"/>
                </a:lnTo>
                <a:lnTo>
                  <a:pt x="16764" y="859536"/>
                </a:lnTo>
                <a:lnTo>
                  <a:pt x="34798" y="871728"/>
                </a:lnTo>
                <a:lnTo>
                  <a:pt x="57023" y="876300"/>
                </a:lnTo>
                <a:lnTo>
                  <a:pt x="819276" y="876300"/>
                </a:lnTo>
                <a:lnTo>
                  <a:pt x="841501" y="871728"/>
                </a:lnTo>
                <a:lnTo>
                  <a:pt x="859535" y="859536"/>
                </a:lnTo>
                <a:lnTo>
                  <a:pt x="871854" y="841375"/>
                </a:lnTo>
                <a:lnTo>
                  <a:pt x="876300" y="819276"/>
                </a:lnTo>
                <a:lnTo>
                  <a:pt x="876300" y="56896"/>
                </a:lnTo>
                <a:lnTo>
                  <a:pt x="871854" y="34798"/>
                </a:lnTo>
                <a:lnTo>
                  <a:pt x="859535" y="16637"/>
                </a:lnTo>
                <a:lnTo>
                  <a:pt x="841501" y="4445"/>
                </a:lnTo>
                <a:lnTo>
                  <a:pt x="81927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437878" y="5745302"/>
            <a:ext cx="280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0" y="447370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819276" y="0"/>
                </a:moveTo>
                <a:lnTo>
                  <a:pt x="57023" y="0"/>
                </a:lnTo>
                <a:lnTo>
                  <a:pt x="34798" y="4445"/>
                </a:lnTo>
                <a:lnTo>
                  <a:pt x="16764" y="16763"/>
                </a:lnTo>
                <a:lnTo>
                  <a:pt x="4445" y="34798"/>
                </a:lnTo>
                <a:lnTo>
                  <a:pt x="0" y="57023"/>
                </a:lnTo>
                <a:lnTo>
                  <a:pt x="0" y="819276"/>
                </a:lnTo>
                <a:lnTo>
                  <a:pt x="4445" y="841501"/>
                </a:lnTo>
                <a:lnTo>
                  <a:pt x="16764" y="859536"/>
                </a:lnTo>
                <a:lnTo>
                  <a:pt x="34798" y="871855"/>
                </a:lnTo>
                <a:lnTo>
                  <a:pt x="57023" y="876300"/>
                </a:lnTo>
                <a:lnTo>
                  <a:pt x="819276" y="876300"/>
                </a:lnTo>
                <a:lnTo>
                  <a:pt x="841501" y="871855"/>
                </a:lnTo>
                <a:lnTo>
                  <a:pt x="859535" y="859536"/>
                </a:lnTo>
                <a:lnTo>
                  <a:pt x="871854" y="841501"/>
                </a:lnTo>
                <a:lnTo>
                  <a:pt x="876300" y="819276"/>
                </a:lnTo>
                <a:lnTo>
                  <a:pt x="876300" y="57023"/>
                </a:lnTo>
                <a:lnTo>
                  <a:pt x="871854" y="34798"/>
                </a:lnTo>
                <a:lnTo>
                  <a:pt x="859535" y="16763"/>
                </a:lnTo>
                <a:lnTo>
                  <a:pt x="841501" y="4445"/>
                </a:lnTo>
                <a:lnTo>
                  <a:pt x="81927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443973" y="4592192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4000" y="673595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819276" y="0"/>
                </a:moveTo>
                <a:lnTo>
                  <a:pt x="57023" y="0"/>
                </a:lnTo>
                <a:lnTo>
                  <a:pt x="34798" y="4445"/>
                </a:lnTo>
                <a:lnTo>
                  <a:pt x="16764" y="16763"/>
                </a:lnTo>
                <a:lnTo>
                  <a:pt x="4445" y="34798"/>
                </a:lnTo>
                <a:lnTo>
                  <a:pt x="0" y="57023"/>
                </a:lnTo>
                <a:lnTo>
                  <a:pt x="0" y="819277"/>
                </a:lnTo>
                <a:lnTo>
                  <a:pt x="4445" y="841502"/>
                </a:lnTo>
                <a:lnTo>
                  <a:pt x="16764" y="859536"/>
                </a:lnTo>
                <a:lnTo>
                  <a:pt x="34798" y="871855"/>
                </a:lnTo>
                <a:lnTo>
                  <a:pt x="57023" y="876300"/>
                </a:lnTo>
                <a:lnTo>
                  <a:pt x="819276" y="876300"/>
                </a:lnTo>
                <a:lnTo>
                  <a:pt x="841501" y="871855"/>
                </a:lnTo>
                <a:lnTo>
                  <a:pt x="859535" y="859536"/>
                </a:lnTo>
                <a:lnTo>
                  <a:pt x="871854" y="841502"/>
                </a:lnTo>
                <a:lnTo>
                  <a:pt x="876300" y="819277"/>
                </a:lnTo>
                <a:lnTo>
                  <a:pt x="876300" y="57023"/>
                </a:lnTo>
                <a:lnTo>
                  <a:pt x="871854" y="34798"/>
                </a:lnTo>
                <a:lnTo>
                  <a:pt x="859535" y="16763"/>
                </a:lnTo>
                <a:lnTo>
                  <a:pt x="841501" y="4445"/>
                </a:lnTo>
                <a:lnTo>
                  <a:pt x="819276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418066" y="6868794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1667" y="3418840"/>
            <a:ext cx="5986144" cy="3428999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3404996" y="3585717"/>
            <a:ext cx="3229610" cy="203771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7200"/>
              </a:lnSpc>
              <a:spcBef>
                <a:spcPts val="1540"/>
              </a:spcBef>
            </a:pPr>
            <a:r>
              <a:rPr sz="7200" b="0" spc="-10" dirty="0">
                <a:solidFill>
                  <a:srgbClr val="FFFFFF"/>
                </a:solidFill>
                <a:latin typeface="Arial MT"/>
                <a:cs typeface="Arial MT"/>
              </a:rPr>
              <a:t>Today's Agenda</a:t>
            </a:r>
            <a:endParaRPr sz="72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3213544"/>
            <a:ext cx="2405379" cy="6037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112" y="2156079"/>
            <a:ext cx="17619980" cy="7680959"/>
            <a:chOff x="215112" y="2156079"/>
            <a:chExt cx="17619980" cy="7680959"/>
          </a:xfrm>
        </p:grpSpPr>
        <p:sp>
          <p:nvSpPr>
            <p:cNvPr id="3" name="object 3"/>
            <p:cNvSpPr/>
            <p:nvPr/>
          </p:nvSpPr>
          <p:spPr>
            <a:xfrm>
              <a:off x="451662" y="2464054"/>
              <a:ext cx="17383125" cy="7372984"/>
            </a:xfrm>
            <a:custGeom>
              <a:avLst/>
              <a:gdLst/>
              <a:ahLst/>
              <a:cxnLst/>
              <a:rect l="l" t="t" r="r" b="b"/>
              <a:pathLst>
                <a:path w="17383125" h="7372984">
                  <a:moveTo>
                    <a:pt x="17158157" y="0"/>
                  </a:moveTo>
                  <a:lnTo>
                    <a:pt x="224878" y="0"/>
                  </a:lnTo>
                  <a:lnTo>
                    <a:pt x="179641" y="4572"/>
                  </a:lnTo>
                  <a:lnTo>
                    <a:pt x="137464" y="17779"/>
                  </a:lnTo>
                  <a:lnTo>
                    <a:pt x="99275" y="38480"/>
                  </a:lnTo>
                  <a:lnTo>
                    <a:pt x="65976" y="66040"/>
                  </a:lnTo>
                  <a:lnTo>
                    <a:pt x="38481" y="99314"/>
                  </a:lnTo>
                  <a:lnTo>
                    <a:pt x="17716" y="137541"/>
                  </a:lnTo>
                  <a:lnTo>
                    <a:pt x="4584" y="179704"/>
                  </a:lnTo>
                  <a:lnTo>
                    <a:pt x="0" y="224917"/>
                  </a:lnTo>
                  <a:lnTo>
                    <a:pt x="0" y="7147496"/>
                  </a:lnTo>
                  <a:lnTo>
                    <a:pt x="4584" y="7192733"/>
                  </a:lnTo>
                  <a:lnTo>
                    <a:pt x="17716" y="7234910"/>
                  </a:lnTo>
                  <a:lnTo>
                    <a:pt x="38481" y="7273099"/>
                  </a:lnTo>
                  <a:lnTo>
                    <a:pt x="65976" y="7306398"/>
                  </a:lnTo>
                  <a:lnTo>
                    <a:pt x="99275" y="7333894"/>
                  </a:lnTo>
                  <a:lnTo>
                    <a:pt x="137464" y="7354658"/>
                  </a:lnTo>
                  <a:lnTo>
                    <a:pt x="179641" y="7367790"/>
                  </a:lnTo>
                  <a:lnTo>
                    <a:pt x="224878" y="7372375"/>
                  </a:lnTo>
                  <a:lnTo>
                    <a:pt x="17158157" y="7372375"/>
                  </a:lnTo>
                  <a:lnTo>
                    <a:pt x="17203369" y="7367790"/>
                  </a:lnTo>
                  <a:lnTo>
                    <a:pt x="17245533" y="7354658"/>
                  </a:lnTo>
                  <a:lnTo>
                    <a:pt x="17283760" y="7333894"/>
                  </a:lnTo>
                  <a:lnTo>
                    <a:pt x="17317034" y="7306398"/>
                  </a:lnTo>
                  <a:lnTo>
                    <a:pt x="17344593" y="7273099"/>
                  </a:lnTo>
                  <a:lnTo>
                    <a:pt x="17365294" y="7234910"/>
                  </a:lnTo>
                  <a:lnTo>
                    <a:pt x="17378502" y="7192733"/>
                  </a:lnTo>
                  <a:lnTo>
                    <a:pt x="17383074" y="7147496"/>
                  </a:lnTo>
                  <a:lnTo>
                    <a:pt x="17383074" y="224917"/>
                  </a:lnTo>
                  <a:lnTo>
                    <a:pt x="17378502" y="179704"/>
                  </a:lnTo>
                  <a:lnTo>
                    <a:pt x="17365294" y="137541"/>
                  </a:lnTo>
                  <a:lnTo>
                    <a:pt x="17344593" y="99314"/>
                  </a:lnTo>
                  <a:lnTo>
                    <a:pt x="17317034" y="66040"/>
                  </a:lnTo>
                  <a:lnTo>
                    <a:pt x="17283760" y="38480"/>
                  </a:lnTo>
                  <a:lnTo>
                    <a:pt x="17245533" y="17779"/>
                  </a:lnTo>
                  <a:lnTo>
                    <a:pt x="17203369" y="4572"/>
                  </a:lnTo>
                  <a:lnTo>
                    <a:pt x="17158157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112" y="2156079"/>
              <a:ext cx="2219325" cy="1095375"/>
            </a:xfrm>
            <a:custGeom>
              <a:avLst/>
              <a:gdLst/>
              <a:ahLst/>
              <a:cxnLst/>
              <a:rect l="l" t="t" r="r" b="b"/>
              <a:pathLst>
                <a:path w="2219325" h="1095375">
                  <a:moveTo>
                    <a:pt x="2065172" y="0"/>
                  </a:moveTo>
                  <a:lnTo>
                    <a:pt x="154114" y="0"/>
                  </a:lnTo>
                  <a:lnTo>
                    <a:pt x="105473" y="7874"/>
                  </a:lnTo>
                  <a:lnTo>
                    <a:pt x="63182" y="29845"/>
                  </a:lnTo>
                  <a:lnTo>
                    <a:pt x="29794" y="63246"/>
                  </a:lnTo>
                  <a:lnTo>
                    <a:pt x="7874" y="105537"/>
                  </a:lnTo>
                  <a:lnTo>
                    <a:pt x="0" y="154177"/>
                  </a:lnTo>
                  <a:lnTo>
                    <a:pt x="0" y="941324"/>
                  </a:lnTo>
                  <a:lnTo>
                    <a:pt x="7874" y="989965"/>
                  </a:lnTo>
                  <a:lnTo>
                    <a:pt x="29794" y="1032255"/>
                  </a:lnTo>
                  <a:lnTo>
                    <a:pt x="63182" y="1065656"/>
                  </a:lnTo>
                  <a:lnTo>
                    <a:pt x="105473" y="1087501"/>
                  </a:lnTo>
                  <a:lnTo>
                    <a:pt x="154114" y="1095375"/>
                  </a:lnTo>
                  <a:lnTo>
                    <a:pt x="2065172" y="1095375"/>
                  </a:lnTo>
                  <a:lnTo>
                    <a:pt x="2113813" y="1087501"/>
                  </a:lnTo>
                  <a:lnTo>
                    <a:pt x="2156104" y="1065656"/>
                  </a:lnTo>
                  <a:lnTo>
                    <a:pt x="2189505" y="1032255"/>
                  </a:lnTo>
                  <a:lnTo>
                    <a:pt x="2211349" y="989965"/>
                  </a:lnTo>
                  <a:lnTo>
                    <a:pt x="2219223" y="941324"/>
                  </a:lnTo>
                  <a:lnTo>
                    <a:pt x="2219223" y="154177"/>
                  </a:lnTo>
                  <a:lnTo>
                    <a:pt x="2211349" y="105537"/>
                  </a:lnTo>
                  <a:lnTo>
                    <a:pt x="2189505" y="63246"/>
                  </a:lnTo>
                  <a:lnTo>
                    <a:pt x="2156104" y="29845"/>
                  </a:lnTo>
                  <a:lnTo>
                    <a:pt x="2113813" y="7874"/>
                  </a:lnTo>
                  <a:lnTo>
                    <a:pt x="2065172" y="0"/>
                  </a:lnTo>
                  <a:close/>
                </a:path>
              </a:pathLst>
            </a:custGeom>
            <a:solidFill>
              <a:srgbClr val="E94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1006" y="2374772"/>
            <a:ext cx="633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" dirty="0">
                <a:solidFill>
                  <a:srgbClr val="FFFFFF"/>
                </a:solidFill>
                <a:latin typeface="Arial MT"/>
                <a:cs typeface="Arial MT"/>
              </a:rPr>
              <a:t>Git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5226" y="8888603"/>
            <a:ext cx="4143375" cy="1143635"/>
          </a:xfrm>
          <a:custGeom>
            <a:avLst/>
            <a:gdLst/>
            <a:ahLst/>
            <a:cxnLst/>
            <a:rect l="l" t="t" r="r" b="b"/>
            <a:pathLst>
              <a:path w="4143375" h="1143634">
                <a:moveTo>
                  <a:pt x="3962565" y="0"/>
                </a:moveTo>
                <a:lnTo>
                  <a:pt x="180530" y="0"/>
                </a:lnTo>
                <a:lnTo>
                  <a:pt x="132626" y="6477"/>
                </a:lnTo>
                <a:lnTo>
                  <a:pt x="89509" y="24765"/>
                </a:lnTo>
                <a:lnTo>
                  <a:pt x="52959" y="53086"/>
                </a:lnTo>
                <a:lnTo>
                  <a:pt x="24688" y="89789"/>
                </a:lnTo>
                <a:lnTo>
                  <a:pt x="6464" y="132918"/>
                </a:lnTo>
                <a:lnTo>
                  <a:pt x="0" y="180924"/>
                </a:lnTo>
                <a:lnTo>
                  <a:pt x="0" y="962190"/>
                </a:lnTo>
                <a:lnTo>
                  <a:pt x="6464" y="1010183"/>
                </a:lnTo>
                <a:lnTo>
                  <a:pt x="24688" y="1053376"/>
                </a:lnTo>
                <a:lnTo>
                  <a:pt x="52959" y="1089990"/>
                </a:lnTo>
                <a:lnTo>
                  <a:pt x="89509" y="1118311"/>
                </a:lnTo>
                <a:lnTo>
                  <a:pt x="132626" y="1136573"/>
                </a:lnTo>
                <a:lnTo>
                  <a:pt x="180530" y="1143050"/>
                </a:lnTo>
                <a:lnTo>
                  <a:pt x="3962565" y="1143050"/>
                </a:lnTo>
                <a:lnTo>
                  <a:pt x="4010444" y="1136573"/>
                </a:lnTo>
                <a:lnTo>
                  <a:pt x="4053624" y="1118311"/>
                </a:lnTo>
                <a:lnTo>
                  <a:pt x="4090200" y="1089990"/>
                </a:lnTo>
                <a:lnTo>
                  <a:pt x="4118394" y="1053376"/>
                </a:lnTo>
                <a:lnTo>
                  <a:pt x="4136682" y="1010183"/>
                </a:lnTo>
                <a:lnTo>
                  <a:pt x="4143159" y="962190"/>
                </a:lnTo>
                <a:lnTo>
                  <a:pt x="4143159" y="180924"/>
                </a:lnTo>
                <a:lnTo>
                  <a:pt x="4136682" y="132918"/>
                </a:lnTo>
                <a:lnTo>
                  <a:pt x="4118394" y="89789"/>
                </a:lnTo>
                <a:lnTo>
                  <a:pt x="4090200" y="53086"/>
                </a:lnTo>
                <a:lnTo>
                  <a:pt x="4053624" y="24765"/>
                </a:lnTo>
                <a:lnTo>
                  <a:pt x="4010444" y="6477"/>
                </a:lnTo>
                <a:lnTo>
                  <a:pt x="3962565" y="0"/>
                </a:lnTo>
                <a:close/>
              </a:path>
            </a:pathLst>
          </a:custGeom>
          <a:solidFill>
            <a:srgbClr val="E94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5492" y="9130690"/>
            <a:ext cx="3295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Take:</a:t>
            </a:r>
            <a:r>
              <a:rPr sz="36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minutes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0577" y="2464079"/>
            <a:ext cx="8543925" cy="7372337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45998" y="376250"/>
            <a:ext cx="404495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0" spc="-10" dirty="0">
                <a:solidFill>
                  <a:srgbClr val="000000"/>
                </a:solidFill>
              </a:rPr>
              <a:t>Prerequisite</a:t>
            </a:r>
            <a:endParaRPr sz="5500"/>
          </a:p>
        </p:txBody>
      </p:sp>
      <p:sp>
        <p:nvSpPr>
          <p:cNvPr id="12" name="object 12"/>
          <p:cNvSpPr txBox="1"/>
          <p:nvPr/>
        </p:nvSpPr>
        <p:spPr>
          <a:xfrm>
            <a:off x="5830570" y="1628394"/>
            <a:ext cx="65913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3"/>
              </a:rPr>
              <a:t>https://git-</a:t>
            </a:r>
            <a:r>
              <a:rPr sz="3200" u="sng" spc="-8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3"/>
              </a:rPr>
              <a:t>scm.com/downloads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201" y="2156079"/>
            <a:ext cx="17619980" cy="7680959"/>
            <a:chOff x="215201" y="2156079"/>
            <a:chExt cx="17619980" cy="7680959"/>
          </a:xfrm>
        </p:grpSpPr>
        <p:sp>
          <p:nvSpPr>
            <p:cNvPr id="3" name="object 3"/>
            <p:cNvSpPr/>
            <p:nvPr/>
          </p:nvSpPr>
          <p:spPr>
            <a:xfrm>
              <a:off x="451662" y="2464054"/>
              <a:ext cx="17383125" cy="7372984"/>
            </a:xfrm>
            <a:custGeom>
              <a:avLst/>
              <a:gdLst/>
              <a:ahLst/>
              <a:cxnLst/>
              <a:rect l="l" t="t" r="r" b="b"/>
              <a:pathLst>
                <a:path w="17383125" h="7372984">
                  <a:moveTo>
                    <a:pt x="17158157" y="0"/>
                  </a:moveTo>
                  <a:lnTo>
                    <a:pt x="224878" y="0"/>
                  </a:lnTo>
                  <a:lnTo>
                    <a:pt x="179641" y="4572"/>
                  </a:lnTo>
                  <a:lnTo>
                    <a:pt x="137464" y="17779"/>
                  </a:lnTo>
                  <a:lnTo>
                    <a:pt x="99275" y="38480"/>
                  </a:lnTo>
                  <a:lnTo>
                    <a:pt x="65976" y="66040"/>
                  </a:lnTo>
                  <a:lnTo>
                    <a:pt x="38481" y="99314"/>
                  </a:lnTo>
                  <a:lnTo>
                    <a:pt x="17716" y="137541"/>
                  </a:lnTo>
                  <a:lnTo>
                    <a:pt x="4584" y="179704"/>
                  </a:lnTo>
                  <a:lnTo>
                    <a:pt x="0" y="224917"/>
                  </a:lnTo>
                  <a:lnTo>
                    <a:pt x="0" y="7147483"/>
                  </a:lnTo>
                  <a:lnTo>
                    <a:pt x="4584" y="7192733"/>
                  </a:lnTo>
                  <a:lnTo>
                    <a:pt x="17716" y="7234897"/>
                  </a:lnTo>
                  <a:lnTo>
                    <a:pt x="38481" y="7273099"/>
                  </a:lnTo>
                  <a:lnTo>
                    <a:pt x="65976" y="7306398"/>
                  </a:lnTo>
                  <a:lnTo>
                    <a:pt x="99275" y="7333894"/>
                  </a:lnTo>
                  <a:lnTo>
                    <a:pt x="137464" y="7354658"/>
                  </a:lnTo>
                  <a:lnTo>
                    <a:pt x="179641" y="7367790"/>
                  </a:lnTo>
                  <a:lnTo>
                    <a:pt x="224878" y="7372375"/>
                  </a:lnTo>
                  <a:lnTo>
                    <a:pt x="17158157" y="7372375"/>
                  </a:lnTo>
                  <a:lnTo>
                    <a:pt x="17203369" y="7367790"/>
                  </a:lnTo>
                  <a:lnTo>
                    <a:pt x="17245533" y="7354658"/>
                  </a:lnTo>
                  <a:lnTo>
                    <a:pt x="17283760" y="7333894"/>
                  </a:lnTo>
                  <a:lnTo>
                    <a:pt x="17317034" y="7306398"/>
                  </a:lnTo>
                  <a:lnTo>
                    <a:pt x="17344593" y="7273099"/>
                  </a:lnTo>
                  <a:lnTo>
                    <a:pt x="17365294" y="7234897"/>
                  </a:lnTo>
                  <a:lnTo>
                    <a:pt x="17378502" y="7192733"/>
                  </a:lnTo>
                  <a:lnTo>
                    <a:pt x="17383074" y="7147483"/>
                  </a:lnTo>
                  <a:lnTo>
                    <a:pt x="17383074" y="224917"/>
                  </a:lnTo>
                  <a:lnTo>
                    <a:pt x="17378502" y="179704"/>
                  </a:lnTo>
                  <a:lnTo>
                    <a:pt x="17365294" y="137541"/>
                  </a:lnTo>
                  <a:lnTo>
                    <a:pt x="17344593" y="99314"/>
                  </a:lnTo>
                  <a:lnTo>
                    <a:pt x="17317034" y="66040"/>
                  </a:lnTo>
                  <a:lnTo>
                    <a:pt x="17283760" y="38480"/>
                  </a:lnTo>
                  <a:lnTo>
                    <a:pt x="17245533" y="17779"/>
                  </a:lnTo>
                  <a:lnTo>
                    <a:pt x="17203369" y="4572"/>
                  </a:lnTo>
                  <a:lnTo>
                    <a:pt x="17158157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201" y="2156079"/>
              <a:ext cx="3848100" cy="1095375"/>
            </a:xfrm>
            <a:custGeom>
              <a:avLst/>
              <a:gdLst/>
              <a:ahLst/>
              <a:cxnLst/>
              <a:rect l="l" t="t" r="r" b="b"/>
              <a:pathLst>
                <a:path w="3848100" h="1095375">
                  <a:moveTo>
                    <a:pt x="3693604" y="0"/>
                  </a:moveTo>
                  <a:lnTo>
                    <a:pt x="154266" y="0"/>
                  </a:lnTo>
                  <a:lnTo>
                    <a:pt x="105587" y="7874"/>
                  </a:lnTo>
                  <a:lnTo>
                    <a:pt x="63246" y="29845"/>
                  </a:lnTo>
                  <a:lnTo>
                    <a:pt x="29819" y="63246"/>
                  </a:lnTo>
                  <a:lnTo>
                    <a:pt x="7874" y="105537"/>
                  </a:lnTo>
                  <a:lnTo>
                    <a:pt x="0" y="154177"/>
                  </a:lnTo>
                  <a:lnTo>
                    <a:pt x="0" y="941324"/>
                  </a:lnTo>
                  <a:lnTo>
                    <a:pt x="7874" y="989965"/>
                  </a:lnTo>
                  <a:lnTo>
                    <a:pt x="29819" y="1032255"/>
                  </a:lnTo>
                  <a:lnTo>
                    <a:pt x="63246" y="1065656"/>
                  </a:lnTo>
                  <a:lnTo>
                    <a:pt x="105587" y="1087501"/>
                  </a:lnTo>
                  <a:lnTo>
                    <a:pt x="154266" y="1095375"/>
                  </a:lnTo>
                  <a:lnTo>
                    <a:pt x="3693604" y="1095375"/>
                  </a:lnTo>
                  <a:lnTo>
                    <a:pt x="3742245" y="1087501"/>
                  </a:lnTo>
                  <a:lnTo>
                    <a:pt x="3784663" y="1065656"/>
                  </a:lnTo>
                  <a:lnTo>
                    <a:pt x="3818064" y="1032255"/>
                  </a:lnTo>
                  <a:lnTo>
                    <a:pt x="3840035" y="989965"/>
                  </a:lnTo>
                  <a:lnTo>
                    <a:pt x="3847909" y="941324"/>
                  </a:lnTo>
                  <a:lnTo>
                    <a:pt x="3847909" y="154177"/>
                  </a:lnTo>
                  <a:lnTo>
                    <a:pt x="3840035" y="105537"/>
                  </a:lnTo>
                  <a:lnTo>
                    <a:pt x="3818064" y="63246"/>
                  </a:lnTo>
                  <a:lnTo>
                    <a:pt x="3784663" y="29845"/>
                  </a:lnTo>
                  <a:lnTo>
                    <a:pt x="3742245" y="7874"/>
                  </a:lnTo>
                  <a:lnTo>
                    <a:pt x="3693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2191" y="2374772"/>
            <a:ext cx="3393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GitHub</a:t>
            </a: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Account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5226" y="8888603"/>
            <a:ext cx="4143375" cy="1143635"/>
          </a:xfrm>
          <a:custGeom>
            <a:avLst/>
            <a:gdLst/>
            <a:ahLst/>
            <a:cxnLst/>
            <a:rect l="l" t="t" r="r" b="b"/>
            <a:pathLst>
              <a:path w="4143375" h="1143634">
                <a:moveTo>
                  <a:pt x="3962565" y="0"/>
                </a:moveTo>
                <a:lnTo>
                  <a:pt x="180530" y="0"/>
                </a:lnTo>
                <a:lnTo>
                  <a:pt x="132626" y="6477"/>
                </a:lnTo>
                <a:lnTo>
                  <a:pt x="89509" y="24765"/>
                </a:lnTo>
                <a:lnTo>
                  <a:pt x="52959" y="53086"/>
                </a:lnTo>
                <a:lnTo>
                  <a:pt x="24688" y="89789"/>
                </a:lnTo>
                <a:lnTo>
                  <a:pt x="6464" y="132918"/>
                </a:lnTo>
                <a:lnTo>
                  <a:pt x="0" y="180911"/>
                </a:lnTo>
                <a:lnTo>
                  <a:pt x="0" y="962177"/>
                </a:lnTo>
                <a:lnTo>
                  <a:pt x="6464" y="1010183"/>
                </a:lnTo>
                <a:lnTo>
                  <a:pt x="24688" y="1053363"/>
                </a:lnTo>
                <a:lnTo>
                  <a:pt x="52959" y="1089990"/>
                </a:lnTo>
                <a:lnTo>
                  <a:pt x="89509" y="1118298"/>
                </a:lnTo>
                <a:lnTo>
                  <a:pt x="132626" y="1136573"/>
                </a:lnTo>
                <a:lnTo>
                  <a:pt x="180530" y="1143050"/>
                </a:lnTo>
                <a:lnTo>
                  <a:pt x="3962565" y="1143050"/>
                </a:lnTo>
                <a:lnTo>
                  <a:pt x="4010444" y="1136573"/>
                </a:lnTo>
                <a:lnTo>
                  <a:pt x="4053624" y="1118298"/>
                </a:lnTo>
                <a:lnTo>
                  <a:pt x="4090200" y="1089990"/>
                </a:lnTo>
                <a:lnTo>
                  <a:pt x="4118394" y="1053363"/>
                </a:lnTo>
                <a:lnTo>
                  <a:pt x="4136682" y="1010183"/>
                </a:lnTo>
                <a:lnTo>
                  <a:pt x="4143159" y="962177"/>
                </a:lnTo>
                <a:lnTo>
                  <a:pt x="4143159" y="180911"/>
                </a:lnTo>
                <a:lnTo>
                  <a:pt x="4136682" y="132918"/>
                </a:lnTo>
                <a:lnTo>
                  <a:pt x="4118394" y="89789"/>
                </a:lnTo>
                <a:lnTo>
                  <a:pt x="4090200" y="53086"/>
                </a:lnTo>
                <a:lnTo>
                  <a:pt x="4053624" y="24765"/>
                </a:lnTo>
                <a:lnTo>
                  <a:pt x="4010444" y="6477"/>
                </a:lnTo>
                <a:lnTo>
                  <a:pt x="3962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5492" y="9130690"/>
            <a:ext cx="3295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Take:</a:t>
            </a:r>
            <a:r>
              <a:rPr sz="36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minutes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9739" y="2704007"/>
            <a:ext cx="12896850" cy="6905625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45998" y="376250"/>
            <a:ext cx="404495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0" spc="-10" dirty="0">
                <a:solidFill>
                  <a:srgbClr val="000000"/>
                </a:solidFill>
              </a:rPr>
              <a:t>Prerequisite</a:t>
            </a:r>
            <a:endParaRPr sz="5500"/>
          </a:p>
        </p:txBody>
      </p:sp>
      <p:sp>
        <p:nvSpPr>
          <p:cNvPr id="12" name="object 12"/>
          <p:cNvSpPr txBox="1"/>
          <p:nvPr/>
        </p:nvSpPr>
        <p:spPr>
          <a:xfrm>
            <a:off x="7054977" y="1628394"/>
            <a:ext cx="4114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  <a:hlinkClick r:id="rId3"/>
              </a:rPr>
              <a:t>https://github.com/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35580" y="1867916"/>
            <a:ext cx="1895475" cy="1829435"/>
          </a:xfrm>
          <a:custGeom>
            <a:avLst/>
            <a:gdLst/>
            <a:ahLst/>
            <a:cxnLst/>
            <a:rect l="l" t="t" r="r" b="b"/>
            <a:pathLst>
              <a:path w="1895475" h="1829435">
                <a:moveTo>
                  <a:pt x="947800" y="0"/>
                </a:moveTo>
                <a:lnTo>
                  <a:pt x="899159" y="1269"/>
                </a:lnTo>
                <a:lnTo>
                  <a:pt x="851280" y="4825"/>
                </a:lnTo>
                <a:lnTo>
                  <a:pt x="803909" y="10922"/>
                </a:lnTo>
                <a:lnTo>
                  <a:pt x="757427" y="19303"/>
                </a:lnTo>
                <a:lnTo>
                  <a:pt x="711707" y="29844"/>
                </a:lnTo>
                <a:lnTo>
                  <a:pt x="666750" y="42672"/>
                </a:lnTo>
                <a:lnTo>
                  <a:pt x="622807" y="57530"/>
                </a:lnTo>
                <a:lnTo>
                  <a:pt x="579754" y="74422"/>
                </a:lnTo>
                <a:lnTo>
                  <a:pt x="537844" y="93472"/>
                </a:lnTo>
                <a:lnTo>
                  <a:pt x="496950" y="114300"/>
                </a:lnTo>
                <a:lnTo>
                  <a:pt x="457326" y="137159"/>
                </a:lnTo>
                <a:lnTo>
                  <a:pt x="418846" y="161798"/>
                </a:lnTo>
                <a:lnTo>
                  <a:pt x="381634" y="188213"/>
                </a:lnTo>
                <a:lnTo>
                  <a:pt x="345821" y="216280"/>
                </a:lnTo>
                <a:lnTo>
                  <a:pt x="311403" y="245999"/>
                </a:lnTo>
                <a:lnTo>
                  <a:pt x="278383" y="277240"/>
                </a:lnTo>
                <a:lnTo>
                  <a:pt x="247014" y="310133"/>
                </a:lnTo>
                <a:lnTo>
                  <a:pt x="217169" y="344424"/>
                </a:lnTo>
                <a:lnTo>
                  <a:pt x="188975" y="380110"/>
                </a:lnTo>
                <a:lnTo>
                  <a:pt x="162432" y="417067"/>
                </a:lnTo>
                <a:lnTo>
                  <a:pt x="137794" y="455422"/>
                </a:lnTo>
                <a:lnTo>
                  <a:pt x="114807" y="494918"/>
                </a:lnTo>
                <a:lnTo>
                  <a:pt x="93852" y="535685"/>
                </a:lnTo>
                <a:lnTo>
                  <a:pt x="74802" y="577468"/>
                </a:lnTo>
                <a:lnTo>
                  <a:pt x="57784" y="620267"/>
                </a:lnTo>
                <a:lnTo>
                  <a:pt x="42798" y="664082"/>
                </a:lnTo>
                <a:lnTo>
                  <a:pt x="29971" y="708786"/>
                </a:lnTo>
                <a:lnTo>
                  <a:pt x="19430" y="754379"/>
                </a:lnTo>
                <a:lnTo>
                  <a:pt x="11048" y="800734"/>
                </a:lnTo>
                <a:lnTo>
                  <a:pt x="4952" y="847851"/>
                </a:lnTo>
                <a:lnTo>
                  <a:pt x="1269" y="895603"/>
                </a:lnTo>
                <a:lnTo>
                  <a:pt x="0" y="943990"/>
                </a:lnTo>
                <a:lnTo>
                  <a:pt x="1396" y="993775"/>
                </a:lnTo>
                <a:lnTo>
                  <a:pt x="5206" y="1042924"/>
                </a:lnTo>
                <a:lnTo>
                  <a:pt x="11556" y="1091310"/>
                </a:lnTo>
                <a:lnTo>
                  <a:pt x="20446" y="1138935"/>
                </a:lnTo>
                <a:lnTo>
                  <a:pt x="31623" y="1185672"/>
                </a:lnTo>
                <a:lnTo>
                  <a:pt x="45084" y="1231518"/>
                </a:lnTo>
                <a:lnTo>
                  <a:pt x="60705" y="1276350"/>
                </a:lnTo>
                <a:lnTo>
                  <a:pt x="78612" y="1320164"/>
                </a:lnTo>
                <a:lnTo>
                  <a:pt x="98551" y="1362709"/>
                </a:lnTo>
                <a:lnTo>
                  <a:pt x="120523" y="1404238"/>
                </a:lnTo>
                <a:lnTo>
                  <a:pt x="144525" y="1444370"/>
                </a:lnTo>
                <a:lnTo>
                  <a:pt x="170306" y="1483359"/>
                </a:lnTo>
                <a:lnTo>
                  <a:pt x="197992" y="1520825"/>
                </a:lnTo>
                <a:lnTo>
                  <a:pt x="227456" y="1556892"/>
                </a:lnTo>
                <a:lnTo>
                  <a:pt x="258571" y="1591563"/>
                </a:lnTo>
                <a:lnTo>
                  <a:pt x="291337" y="1624583"/>
                </a:lnTo>
                <a:lnTo>
                  <a:pt x="325754" y="1655952"/>
                </a:lnTo>
                <a:lnTo>
                  <a:pt x="361568" y="1685670"/>
                </a:lnTo>
                <a:lnTo>
                  <a:pt x="398779" y="1713610"/>
                </a:lnTo>
                <a:lnTo>
                  <a:pt x="437387" y="1739773"/>
                </a:lnTo>
                <a:lnTo>
                  <a:pt x="477392" y="1764029"/>
                </a:lnTo>
                <a:lnTo>
                  <a:pt x="518540" y="1786381"/>
                </a:lnTo>
                <a:lnTo>
                  <a:pt x="560831" y="1806702"/>
                </a:lnTo>
                <a:lnTo>
                  <a:pt x="604265" y="1824989"/>
                </a:lnTo>
                <a:lnTo>
                  <a:pt x="629665" y="1814956"/>
                </a:lnTo>
                <a:lnTo>
                  <a:pt x="665860" y="1774189"/>
                </a:lnTo>
                <a:lnTo>
                  <a:pt x="671321" y="1573276"/>
                </a:lnTo>
                <a:lnTo>
                  <a:pt x="568705" y="1573276"/>
                </a:lnTo>
                <a:lnTo>
                  <a:pt x="514984" y="1566926"/>
                </a:lnTo>
                <a:lnTo>
                  <a:pt x="467486" y="1548764"/>
                </a:lnTo>
                <a:lnTo>
                  <a:pt x="428243" y="1520189"/>
                </a:lnTo>
                <a:lnTo>
                  <a:pt x="398906" y="1482852"/>
                </a:lnTo>
                <a:lnTo>
                  <a:pt x="375157" y="1427733"/>
                </a:lnTo>
                <a:lnTo>
                  <a:pt x="362330" y="1394967"/>
                </a:lnTo>
                <a:lnTo>
                  <a:pt x="346582" y="1362836"/>
                </a:lnTo>
                <a:lnTo>
                  <a:pt x="326262" y="1333753"/>
                </a:lnTo>
                <a:lnTo>
                  <a:pt x="300100" y="1309751"/>
                </a:lnTo>
                <a:lnTo>
                  <a:pt x="289813" y="1298955"/>
                </a:lnTo>
                <a:lnTo>
                  <a:pt x="282828" y="1285239"/>
                </a:lnTo>
                <a:lnTo>
                  <a:pt x="279653" y="1270000"/>
                </a:lnTo>
                <a:lnTo>
                  <a:pt x="280415" y="1254632"/>
                </a:lnTo>
                <a:lnTo>
                  <a:pt x="288671" y="1240916"/>
                </a:lnTo>
                <a:lnTo>
                  <a:pt x="301625" y="1230122"/>
                </a:lnTo>
                <a:lnTo>
                  <a:pt x="319785" y="1223772"/>
                </a:lnTo>
                <a:lnTo>
                  <a:pt x="343661" y="1223263"/>
                </a:lnTo>
                <a:lnTo>
                  <a:pt x="376300" y="1233042"/>
                </a:lnTo>
                <a:lnTo>
                  <a:pt x="412241" y="1254252"/>
                </a:lnTo>
                <a:lnTo>
                  <a:pt x="447421" y="1283461"/>
                </a:lnTo>
                <a:lnTo>
                  <a:pt x="500506" y="1344040"/>
                </a:lnTo>
                <a:lnTo>
                  <a:pt x="523239" y="1363852"/>
                </a:lnTo>
                <a:lnTo>
                  <a:pt x="548893" y="1376299"/>
                </a:lnTo>
                <a:lnTo>
                  <a:pt x="580516" y="1380616"/>
                </a:lnTo>
                <a:lnTo>
                  <a:pt x="626744" y="1380362"/>
                </a:lnTo>
                <a:lnTo>
                  <a:pt x="668908" y="1378584"/>
                </a:lnTo>
                <a:lnTo>
                  <a:pt x="730630" y="1364868"/>
                </a:lnTo>
                <a:lnTo>
                  <a:pt x="753871" y="1334388"/>
                </a:lnTo>
                <a:lnTo>
                  <a:pt x="762126" y="1325499"/>
                </a:lnTo>
                <a:lnTo>
                  <a:pt x="709294" y="1313052"/>
                </a:lnTo>
                <a:lnTo>
                  <a:pt x="660273" y="1297304"/>
                </a:lnTo>
                <a:lnTo>
                  <a:pt x="614933" y="1278635"/>
                </a:lnTo>
                <a:lnTo>
                  <a:pt x="573531" y="1256791"/>
                </a:lnTo>
                <a:lnTo>
                  <a:pt x="536193" y="1232027"/>
                </a:lnTo>
                <a:lnTo>
                  <a:pt x="502792" y="1204213"/>
                </a:lnTo>
                <a:lnTo>
                  <a:pt x="473709" y="1173606"/>
                </a:lnTo>
                <a:lnTo>
                  <a:pt x="448817" y="1140205"/>
                </a:lnTo>
                <a:lnTo>
                  <a:pt x="428243" y="1103883"/>
                </a:lnTo>
                <a:lnTo>
                  <a:pt x="411987" y="1064894"/>
                </a:lnTo>
                <a:lnTo>
                  <a:pt x="400430" y="1023238"/>
                </a:lnTo>
                <a:lnTo>
                  <a:pt x="393318" y="979042"/>
                </a:lnTo>
                <a:lnTo>
                  <a:pt x="391032" y="932179"/>
                </a:lnTo>
                <a:lnTo>
                  <a:pt x="394715" y="879220"/>
                </a:lnTo>
                <a:lnTo>
                  <a:pt x="406273" y="826897"/>
                </a:lnTo>
                <a:lnTo>
                  <a:pt x="425957" y="776224"/>
                </a:lnTo>
                <a:lnTo>
                  <a:pt x="454151" y="727582"/>
                </a:lnTo>
                <a:lnTo>
                  <a:pt x="445261" y="691133"/>
                </a:lnTo>
                <a:lnTo>
                  <a:pt x="436625" y="643889"/>
                </a:lnTo>
                <a:lnTo>
                  <a:pt x="431926" y="590930"/>
                </a:lnTo>
                <a:lnTo>
                  <a:pt x="434848" y="537336"/>
                </a:lnTo>
                <a:lnTo>
                  <a:pt x="448944" y="488187"/>
                </a:lnTo>
                <a:lnTo>
                  <a:pt x="477900" y="448436"/>
                </a:lnTo>
                <a:lnTo>
                  <a:pt x="489711" y="436625"/>
                </a:lnTo>
                <a:lnTo>
                  <a:pt x="505459" y="436625"/>
                </a:lnTo>
                <a:lnTo>
                  <a:pt x="563752" y="441325"/>
                </a:lnTo>
                <a:lnTo>
                  <a:pt x="615441" y="454025"/>
                </a:lnTo>
                <a:lnTo>
                  <a:pt x="660400" y="472312"/>
                </a:lnTo>
                <a:lnTo>
                  <a:pt x="698880" y="493522"/>
                </a:lnTo>
                <a:lnTo>
                  <a:pt x="730630" y="515238"/>
                </a:lnTo>
                <a:lnTo>
                  <a:pt x="777366" y="500125"/>
                </a:lnTo>
                <a:lnTo>
                  <a:pt x="825246" y="488695"/>
                </a:lnTo>
                <a:lnTo>
                  <a:pt x="873886" y="481202"/>
                </a:lnTo>
                <a:lnTo>
                  <a:pt x="923162" y="477392"/>
                </a:lnTo>
                <a:lnTo>
                  <a:pt x="972438" y="477392"/>
                </a:lnTo>
                <a:lnTo>
                  <a:pt x="1021587" y="481202"/>
                </a:lnTo>
                <a:lnTo>
                  <a:pt x="1070355" y="488695"/>
                </a:lnTo>
                <a:lnTo>
                  <a:pt x="1118234" y="500125"/>
                </a:lnTo>
                <a:lnTo>
                  <a:pt x="1164971" y="515238"/>
                </a:lnTo>
                <a:lnTo>
                  <a:pt x="1194815" y="493522"/>
                </a:lnTo>
                <a:lnTo>
                  <a:pt x="1232280" y="472312"/>
                </a:lnTo>
                <a:lnTo>
                  <a:pt x="1277238" y="454025"/>
                </a:lnTo>
                <a:lnTo>
                  <a:pt x="1329816" y="441325"/>
                </a:lnTo>
                <a:lnTo>
                  <a:pt x="1390014" y="436625"/>
                </a:lnTo>
                <a:lnTo>
                  <a:pt x="1405889" y="436625"/>
                </a:lnTo>
                <a:lnTo>
                  <a:pt x="1417700" y="448436"/>
                </a:lnTo>
                <a:lnTo>
                  <a:pt x="1446656" y="489584"/>
                </a:lnTo>
                <a:lnTo>
                  <a:pt x="1460753" y="539114"/>
                </a:lnTo>
                <a:lnTo>
                  <a:pt x="1463548" y="592454"/>
                </a:lnTo>
                <a:lnTo>
                  <a:pt x="1458975" y="644778"/>
                </a:lnTo>
                <a:lnTo>
                  <a:pt x="1450339" y="691387"/>
                </a:lnTo>
                <a:lnTo>
                  <a:pt x="1441450" y="727582"/>
                </a:lnTo>
                <a:lnTo>
                  <a:pt x="1467865" y="776224"/>
                </a:lnTo>
                <a:lnTo>
                  <a:pt x="1487804" y="826897"/>
                </a:lnTo>
                <a:lnTo>
                  <a:pt x="1500250" y="879220"/>
                </a:lnTo>
                <a:lnTo>
                  <a:pt x="1504568" y="932179"/>
                </a:lnTo>
                <a:lnTo>
                  <a:pt x="1502155" y="979042"/>
                </a:lnTo>
                <a:lnTo>
                  <a:pt x="1495171" y="1023238"/>
                </a:lnTo>
                <a:lnTo>
                  <a:pt x="1483613" y="1064894"/>
                </a:lnTo>
                <a:lnTo>
                  <a:pt x="1467484" y="1103883"/>
                </a:lnTo>
                <a:lnTo>
                  <a:pt x="1447037" y="1140205"/>
                </a:lnTo>
                <a:lnTo>
                  <a:pt x="1422273" y="1173606"/>
                </a:lnTo>
                <a:lnTo>
                  <a:pt x="1393316" y="1204213"/>
                </a:lnTo>
                <a:lnTo>
                  <a:pt x="1360296" y="1232027"/>
                </a:lnTo>
                <a:lnTo>
                  <a:pt x="1323339" y="1256791"/>
                </a:lnTo>
                <a:lnTo>
                  <a:pt x="1282446" y="1278635"/>
                </a:lnTo>
                <a:lnTo>
                  <a:pt x="1237741" y="1297304"/>
                </a:lnTo>
                <a:lnTo>
                  <a:pt x="1189354" y="1313052"/>
                </a:lnTo>
                <a:lnTo>
                  <a:pt x="1137284" y="1325499"/>
                </a:lnTo>
                <a:lnTo>
                  <a:pt x="1169542" y="1366647"/>
                </a:lnTo>
                <a:lnTo>
                  <a:pt x="1194942" y="1412875"/>
                </a:lnTo>
                <a:lnTo>
                  <a:pt x="1213230" y="1461769"/>
                </a:lnTo>
                <a:lnTo>
                  <a:pt x="1224406" y="1510791"/>
                </a:lnTo>
                <a:lnTo>
                  <a:pt x="1228216" y="1557527"/>
                </a:lnTo>
                <a:lnTo>
                  <a:pt x="1228216" y="1750313"/>
                </a:lnTo>
                <a:lnTo>
                  <a:pt x="1233042" y="1778127"/>
                </a:lnTo>
                <a:lnTo>
                  <a:pt x="1246885" y="1801367"/>
                </a:lnTo>
                <a:lnTo>
                  <a:pt x="1268094" y="1818893"/>
                </a:lnTo>
                <a:lnTo>
                  <a:pt x="1295273" y="1828927"/>
                </a:lnTo>
                <a:lnTo>
                  <a:pt x="1338198" y="1810257"/>
                </a:lnTo>
                <a:lnTo>
                  <a:pt x="1380108" y="1789429"/>
                </a:lnTo>
                <a:lnTo>
                  <a:pt x="1420875" y="1766697"/>
                </a:lnTo>
                <a:lnTo>
                  <a:pt x="1460373" y="1742058"/>
                </a:lnTo>
                <a:lnTo>
                  <a:pt x="1498727" y="1715642"/>
                </a:lnTo>
                <a:lnTo>
                  <a:pt x="1535683" y="1687322"/>
                </a:lnTo>
                <a:lnTo>
                  <a:pt x="1571243" y="1657350"/>
                </a:lnTo>
                <a:lnTo>
                  <a:pt x="1605406" y="1625727"/>
                </a:lnTo>
                <a:lnTo>
                  <a:pt x="1637918" y="1592452"/>
                </a:lnTo>
                <a:lnTo>
                  <a:pt x="1668906" y="1557781"/>
                </a:lnTo>
                <a:lnTo>
                  <a:pt x="1698116" y="1521459"/>
                </a:lnTo>
                <a:lnTo>
                  <a:pt x="1725675" y="1483867"/>
                </a:lnTo>
                <a:lnTo>
                  <a:pt x="1751456" y="1444752"/>
                </a:lnTo>
                <a:lnTo>
                  <a:pt x="1775332" y="1404492"/>
                </a:lnTo>
                <a:lnTo>
                  <a:pt x="1797177" y="1362963"/>
                </a:lnTo>
                <a:lnTo>
                  <a:pt x="1817115" y="1320291"/>
                </a:lnTo>
                <a:lnTo>
                  <a:pt x="1834896" y="1276477"/>
                </a:lnTo>
                <a:lnTo>
                  <a:pt x="1850643" y="1231645"/>
                </a:lnTo>
                <a:lnTo>
                  <a:pt x="1863978" y="1185799"/>
                </a:lnTo>
                <a:lnTo>
                  <a:pt x="1875154" y="1138935"/>
                </a:lnTo>
                <a:lnTo>
                  <a:pt x="1884044" y="1091310"/>
                </a:lnTo>
                <a:lnTo>
                  <a:pt x="1890394" y="1042924"/>
                </a:lnTo>
                <a:lnTo>
                  <a:pt x="1894204" y="993775"/>
                </a:lnTo>
                <a:lnTo>
                  <a:pt x="1895475" y="943990"/>
                </a:lnTo>
                <a:lnTo>
                  <a:pt x="1894331" y="895603"/>
                </a:lnTo>
                <a:lnTo>
                  <a:pt x="1890648" y="847851"/>
                </a:lnTo>
                <a:lnTo>
                  <a:pt x="1884552" y="800734"/>
                </a:lnTo>
                <a:lnTo>
                  <a:pt x="1876171" y="754379"/>
                </a:lnTo>
                <a:lnTo>
                  <a:pt x="1865502" y="708786"/>
                </a:lnTo>
                <a:lnTo>
                  <a:pt x="1852675" y="664082"/>
                </a:lnTo>
                <a:lnTo>
                  <a:pt x="1837816" y="620267"/>
                </a:lnTo>
                <a:lnTo>
                  <a:pt x="1820798" y="577468"/>
                </a:lnTo>
                <a:lnTo>
                  <a:pt x="1801748" y="535685"/>
                </a:lnTo>
                <a:lnTo>
                  <a:pt x="1780666" y="494918"/>
                </a:lnTo>
                <a:lnTo>
                  <a:pt x="1757806" y="455422"/>
                </a:lnTo>
                <a:lnTo>
                  <a:pt x="1733041" y="417067"/>
                </a:lnTo>
                <a:lnTo>
                  <a:pt x="1706625" y="380110"/>
                </a:lnTo>
                <a:lnTo>
                  <a:pt x="1678431" y="344424"/>
                </a:lnTo>
                <a:lnTo>
                  <a:pt x="1648586" y="310133"/>
                </a:lnTo>
                <a:lnTo>
                  <a:pt x="1617090" y="277240"/>
                </a:lnTo>
                <a:lnTo>
                  <a:pt x="1584198" y="245999"/>
                </a:lnTo>
                <a:lnTo>
                  <a:pt x="1549780" y="216280"/>
                </a:lnTo>
                <a:lnTo>
                  <a:pt x="1513839" y="188213"/>
                </a:lnTo>
                <a:lnTo>
                  <a:pt x="1476755" y="161798"/>
                </a:lnTo>
                <a:lnTo>
                  <a:pt x="1438275" y="137159"/>
                </a:lnTo>
                <a:lnTo>
                  <a:pt x="1398523" y="114300"/>
                </a:lnTo>
                <a:lnTo>
                  <a:pt x="1357756" y="93472"/>
                </a:lnTo>
                <a:lnTo>
                  <a:pt x="1315719" y="74422"/>
                </a:lnTo>
                <a:lnTo>
                  <a:pt x="1272793" y="57530"/>
                </a:lnTo>
                <a:lnTo>
                  <a:pt x="1228852" y="42672"/>
                </a:lnTo>
                <a:lnTo>
                  <a:pt x="1183893" y="29844"/>
                </a:lnTo>
                <a:lnTo>
                  <a:pt x="1138173" y="19303"/>
                </a:lnTo>
                <a:lnTo>
                  <a:pt x="1091564" y="10922"/>
                </a:lnTo>
                <a:lnTo>
                  <a:pt x="1044321" y="4825"/>
                </a:lnTo>
                <a:lnTo>
                  <a:pt x="996314" y="1269"/>
                </a:lnTo>
                <a:lnTo>
                  <a:pt x="94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74595" y="1929206"/>
            <a:ext cx="17462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30" dirty="0">
                <a:solidFill>
                  <a:srgbClr val="000000"/>
                </a:solidFill>
              </a:rPr>
              <a:t>Git</a:t>
            </a:r>
            <a:endParaRPr sz="9600"/>
          </a:p>
        </p:txBody>
      </p:sp>
      <p:sp>
        <p:nvSpPr>
          <p:cNvPr id="4" name="object 4"/>
          <p:cNvSpPr/>
          <p:nvPr/>
        </p:nvSpPr>
        <p:spPr>
          <a:xfrm>
            <a:off x="1028700" y="4040632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269"/>
                </a:lnTo>
                <a:lnTo>
                  <a:pt x="367156" y="6603"/>
                </a:lnTo>
                <a:lnTo>
                  <a:pt x="324738" y="16128"/>
                </a:lnTo>
                <a:lnTo>
                  <a:pt x="283463" y="29717"/>
                </a:lnTo>
                <a:lnTo>
                  <a:pt x="243712" y="47370"/>
                </a:lnTo>
                <a:lnTo>
                  <a:pt x="205955" y="68706"/>
                </a:lnTo>
                <a:lnTo>
                  <a:pt x="170421" y="93725"/>
                </a:lnTo>
                <a:lnTo>
                  <a:pt x="137502" y="122173"/>
                </a:lnTo>
                <a:lnTo>
                  <a:pt x="107530" y="153669"/>
                </a:lnTo>
                <a:lnTo>
                  <a:pt x="80797" y="187959"/>
                </a:lnTo>
                <a:lnTo>
                  <a:pt x="57543" y="224662"/>
                </a:lnTo>
                <a:lnTo>
                  <a:pt x="37998" y="263525"/>
                </a:lnTo>
                <a:lnTo>
                  <a:pt x="22352" y="304038"/>
                </a:lnTo>
                <a:lnTo>
                  <a:pt x="10756" y="345947"/>
                </a:lnTo>
                <a:lnTo>
                  <a:pt x="3327" y="388746"/>
                </a:lnTo>
                <a:lnTo>
                  <a:pt x="127" y="432053"/>
                </a:lnTo>
                <a:lnTo>
                  <a:pt x="0" y="442975"/>
                </a:lnTo>
                <a:lnTo>
                  <a:pt x="2133" y="486409"/>
                </a:lnTo>
                <a:lnTo>
                  <a:pt x="8509" y="529335"/>
                </a:lnTo>
                <a:lnTo>
                  <a:pt x="19075" y="571500"/>
                </a:lnTo>
                <a:lnTo>
                  <a:pt x="33718" y="612393"/>
                </a:lnTo>
                <a:lnTo>
                  <a:pt x="52298" y="651763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157"/>
                </a:lnTo>
                <a:lnTo>
                  <a:pt x="161925" y="785367"/>
                </a:lnTo>
                <a:lnTo>
                  <a:pt x="196837" y="811276"/>
                </a:lnTo>
                <a:lnTo>
                  <a:pt x="234124" y="833627"/>
                </a:lnTo>
                <a:lnTo>
                  <a:pt x="273431" y="852169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792"/>
                </a:lnTo>
                <a:lnTo>
                  <a:pt x="442849" y="885825"/>
                </a:lnTo>
                <a:lnTo>
                  <a:pt x="475488" y="884681"/>
                </a:lnTo>
                <a:lnTo>
                  <a:pt x="518668" y="879347"/>
                </a:lnTo>
                <a:lnTo>
                  <a:pt x="561086" y="869822"/>
                </a:lnTo>
                <a:lnTo>
                  <a:pt x="602361" y="856233"/>
                </a:lnTo>
                <a:lnTo>
                  <a:pt x="641985" y="838580"/>
                </a:lnTo>
                <a:lnTo>
                  <a:pt x="679831" y="817117"/>
                </a:lnTo>
                <a:lnTo>
                  <a:pt x="715391" y="792098"/>
                </a:lnTo>
                <a:lnTo>
                  <a:pt x="748283" y="763777"/>
                </a:lnTo>
                <a:lnTo>
                  <a:pt x="778256" y="732281"/>
                </a:lnTo>
                <a:lnTo>
                  <a:pt x="805052" y="697991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30" y="540003"/>
                </a:lnTo>
                <a:lnTo>
                  <a:pt x="882523" y="497204"/>
                </a:lnTo>
                <a:lnTo>
                  <a:pt x="885698" y="453770"/>
                </a:lnTo>
                <a:lnTo>
                  <a:pt x="885825" y="442975"/>
                </a:lnTo>
                <a:lnTo>
                  <a:pt x="884682" y="410337"/>
                </a:lnTo>
                <a:lnTo>
                  <a:pt x="879348" y="367283"/>
                </a:lnTo>
                <a:lnTo>
                  <a:pt x="869823" y="324865"/>
                </a:lnTo>
                <a:lnTo>
                  <a:pt x="856107" y="283590"/>
                </a:lnTo>
                <a:lnTo>
                  <a:pt x="838581" y="243839"/>
                </a:lnTo>
                <a:lnTo>
                  <a:pt x="817118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5" y="107568"/>
                </a:lnTo>
                <a:lnTo>
                  <a:pt x="697992" y="80898"/>
                </a:lnTo>
                <a:lnTo>
                  <a:pt x="661288" y="57530"/>
                </a:lnTo>
                <a:lnTo>
                  <a:pt x="622426" y="38100"/>
                </a:lnTo>
                <a:lnTo>
                  <a:pt x="581787" y="22351"/>
                </a:lnTo>
                <a:lnTo>
                  <a:pt x="540004" y="10794"/>
                </a:lnTo>
                <a:lnTo>
                  <a:pt x="497078" y="3428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35504" y="4159122"/>
            <a:ext cx="5101590" cy="470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Version</a:t>
            </a:r>
            <a:r>
              <a:rPr sz="3600" spc="80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Control</a:t>
            </a:r>
            <a:r>
              <a:rPr sz="3600" spc="22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System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5"/>
              </a:spcBef>
            </a:pPr>
            <a:endParaRPr sz="3600">
              <a:latin typeface="Arial MT"/>
              <a:cs typeface="Arial MT"/>
            </a:endParaRPr>
          </a:p>
          <a:p>
            <a:pPr marL="12700" marR="660400">
              <a:lnSpc>
                <a:spcPct val="115799"/>
              </a:lnSpc>
            </a:pPr>
            <a:r>
              <a:rPr sz="3600" spc="-10" dirty="0">
                <a:latin typeface="Arial MT"/>
                <a:cs typeface="Arial MT"/>
              </a:rPr>
              <a:t>Save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versions</a:t>
            </a:r>
            <a:r>
              <a:rPr sz="3600" spc="65" dirty="0">
                <a:latin typeface="Arial MT"/>
                <a:cs typeface="Arial MT"/>
              </a:rPr>
              <a:t> </a:t>
            </a:r>
            <a:r>
              <a:rPr sz="3600" spc="35" dirty="0">
                <a:latin typeface="Arial MT"/>
                <a:cs typeface="Arial MT"/>
              </a:rPr>
              <a:t>and </a:t>
            </a:r>
            <a:r>
              <a:rPr sz="3600" dirty="0">
                <a:latin typeface="Arial MT"/>
                <a:cs typeface="Arial MT"/>
              </a:rPr>
              <a:t>Easily</a:t>
            </a:r>
            <a:r>
              <a:rPr sz="3600" spc="-165" dirty="0">
                <a:latin typeface="Arial MT"/>
                <a:cs typeface="Arial MT"/>
              </a:rPr>
              <a:t> </a:t>
            </a:r>
            <a:r>
              <a:rPr sz="3600" spc="90" dirty="0">
                <a:latin typeface="Arial MT"/>
                <a:cs typeface="Arial MT"/>
              </a:rPr>
              <a:t>revert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changes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3600">
              <a:latin typeface="Arial MT"/>
              <a:cs typeface="Arial MT"/>
            </a:endParaRPr>
          </a:p>
          <a:p>
            <a:pPr marL="133985" marR="330200">
              <a:lnSpc>
                <a:spcPct val="115799"/>
              </a:lnSpc>
            </a:pP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spc="135" dirty="0">
                <a:latin typeface="Arial MT"/>
                <a:cs typeface="Arial MT"/>
              </a:rPr>
              <a:t>project</a:t>
            </a:r>
            <a:r>
              <a:rPr sz="3600" spc="1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</a:t>
            </a:r>
            <a:r>
              <a:rPr sz="3600" spc="-45" dirty="0">
                <a:latin typeface="Arial MT"/>
                <a:cs typeface="Arial MT"/>
              </a:rPr>
              <a:t> </a:t>
            </a:r>
            <a:r>
              <a:rPr sz="3600" spc="50" dirty="0">
                <a:latin typeface="Arial MT"/>
                <a:cs typeface="Arial MT"/>
              </a:rPr>
              <a:t>called</a:t>
            </a:r>
            <a:r>
              <a:rPr sz="3600" spc="45" dirty="0">
                <a:latin typeface="Arial MT"/>
                <a:cs typeface="Arial MT"/>
              </a:rPr>
              <a:t> </a:t>
            </a:r>
            <a:r>
              <a:rPr sz="3600" spc="-50" dirty="0">
                <a:latin typeface="Arial MT"/>
                <a:cs typeface="Arial MT"/>
              </a:rPr>
              <a:t>a </a:t>
            </a:r>
            <a:r>
              <a:rPr sz="3600" spc="-10" dirty="0">
                <a:latin typeface="Arial MT"/>
                <a:cs typeface="Arial MT"/>
              </a:rPr>
              <a:t>"Repository"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8700" y="5935726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143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590"/>
                </a:lnTo>
                <a:lnTo>
                  <a:pt x="243712" y="47244"/>
                </a:lnTo>
                <a:lnTo>
                  <a:pt x="205955" y="68707"/>
                </a:lnTo>
                <a:lnTo>
                  <a:pt x="170421" y="93725"/>
                </a:lnTo>
                <a:lnTo>
                  <a:pt x="137502" y="122047"/>
                </a:lnTo>
                <a:lnTo>
                  <a:pt x="107530" y="153543"/>
                </a:lnTo>
                <a:lnTo>
                  <a:pt x="80797" y="187833"/>
                </a:lnTo>
                <a:lnTo>
                  <a:pt x="57543" y="224536"/>
                </a:lnTo>
                <a:lnTo>
                  <a:pt x="37998" y="263398"/>
                </a:lnTo>
                <a:lnTo>
                  <a:pt x="22352" y="303911"/>
                </a:lnTo>
                <a:lnTo>
                  <a:pt x="10756" y="345821"/>
                </a:lnTo>
                <a:lnTo>
                  <a:pt x="3327" y="388620"/>
                </a:lnTo>
                <a:lnTo>
                  <a:pt x="127" y="432053"/>
                </a:lnTo>
                <a:lnTo>
                  <a:pt x="0" y="442849"/>
                </a:lnTo>
                <a:lnTo>
                  <a:pt x="2133" y="486283"/>
                </a:lnTo>
                <a:lnTo>
                  <a:pt x="8509" y="529336"/>
                </a:lnTo>
                <a:lnTo>
                  <a:pt x="19075" y="571500"/>
                </a:lnTo>
                <a:lnTo>
                  <a:pt x="33718" y="612394"/>
                </a:lnTo>
                <a:lnTo>
                  <a:pt x="52298" y="651637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031"/>
                </a:lnTo>
                <a:lnTo>
                  <a:pt x="161925" y="785240"/>
                </a:lnTo>
                <a:lnTo>
                  <a:pt x="196837" y="811149"/>
                </a:lnTo>
                <a:lnTo>
                  <a:pt x="234124" y="833501"/>
                </a:lnTo>
                <a:lnTo>
                  <a:pt x="273431" y="852043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849" y="885825"/>
                </a:lnTo>
                <a:lnTo>
                  <a:pt x="475488" y="884554"/>
                </a:lnTo>
                <a:lnTo>
                  <a:pt x="518668" y="879221"/>
                </a:lnTo>
                <a:lnTo>
                  <a:pt x="561086" y="869696"/>
                </a:lnTo>
                <a:lnTo>
                  <a:pt x="602361" y="856107"/>
                </a:lnTo>
                <a:lnTo>
                  <a:pt x="641985" y="838453"/>
                </a:lnTo>
                <a:lnTo>
                  <a:pt x="679831" y="817118"/>
                </a:lnTo>
                <a:lnTo>
                  <a:pt x="715391" y="792099"/>
                </a:lnTo>
                <a:lnTo>
                  <a:pt x="748283" y="763651"/>
                </a:lnTo>
                <a:lnTo>
                  <a:pt x="778256" y="732154"/>
                </a:lnTo>
                <a:lnTo>
                  <a:pt x="805052" y="697864"/>
                </a:lnTo>
                <a:lnTo>
                  <a:pt x="828294" y="661162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30" y="539876"/>
                </a:lnTo>
                <a:lnTo>
                  <a:pt x="882523" y="497077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2" y="410337"/>
                </a:lnTo>
                <a:lnTo>
                  <a:pt x="879348" y="367157"/>
                </a:lnTo>
                <a:lnTo>
                  <a:pt x="869823" y="324738"/>
                </a:lnTo>
                <a:lnTo>
                  <a:pt x="856107" y="283463"/>
                </a:lnTo>
                <a:lnTo>
                  <a:pt x="838581" y="243712"/>
                </a:lnTo>
                <a:lnTo>
                  <a:pt x="817118" y="205866"/>
                </a:lnTo>
                <a:lnTo>
                  <a:pt x="792099" y="170434"/>
                </a:lnTo>
                <a:lnTo>
                  <a:pt x="763651" y="137413"/>
                </a:lnTo>
                <a:lnTo>
                  <a:pt x="732155" y="107441"/>
                </a:lnTo>
                <a:lnTo>
                  <a:pt x="697992" y="80772"/>
                </a:lnTo>
                <a:lnTo>
                  <a:pt x="661288" y="57531"/>
                </a:lnTo>
                <a:lnTo>
                  <a:pt x="622426" y="37973"/>
                </a:lnTo>
                <a:lnTo>
                  <a:pt x="581787" y="22351"/>
                </a:lnTo>
                <a:lnTo>
                  <a:pt x="540004" y="10668"/>
                </a:lnTo>
                <a:lnTo>
                  <a:pt x="497078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700" y="7876540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42849" y="0"/>
                </a:moveTo>
                <a:lnTo>
                  <a:pt x="367156" y="6476"/>
                </a:lnTo>
                <a:lnTo>
                  <a:pt x="324738" y="16001"/>
                </a:lnTo>
                <a:lnTo>
                  <a:pt x="283463" y="29717"/>
                </a:lnTo>
                <a:lnTo>
                  <a:pt x="243712" y="47243"/>
                </a:lnTo>
                <a:lnTo>
                  <a:pt x="205955" y="68706"/>
                </a:lnTo>
                <a:lnTo>
                  <a:pt x="170421" y="93725"/>
                </a:lnTo>
                <a:lnTo>
                  <a:pt x="137502" y="122173"/>
                </a:lnTo>
                <a:lnTo>
                  <a:pt x="107530" y="153669"/>
                </a:lnTo>
                <a:lnTo>
                  <a:pt x="80797" y="187832"/>
                </a:lnTo>
                <a:lnTo>
                  <a:pt x="57543" y="224662"/>
                </a:lnTo>
                <a:lnTo>
                  <a:pt x="37998" y="263397"/>
                </a:lnTo>
                <a:lnTo>
                  <a:pt x="22352" y="304037"/>
                </a:lnTo>
                <a:lnTo>
                  <a:pt x="10756" y="345820"/>
                </a:lnTo>
                <a:lnTo>
                  <a:pt x="3327" y="388746"/>
                </a:lnTo>
                <a:lnTo>
                  <a:pt x="127" y="432053"/>
                </a:lnTo>
                <a:lnTo>
                  <a:pt x="0" y="442975"/>
                </a:lnTo>
                <a:lnTo>
                  <a:pt x="2133" y="486282"/>
                </a:lnTo>
                <a:lnTo>
                  <a:pt x="8509" y="529335"/>
                </a:lnTo>
                <a:lnTo>
                  <a:pt x="19075" y="571499"/>
                </a:lnTo>
                <a:lnTo>
                  <a:pt x="33718" y="612393"/>
                </a:lnTo>
                <a:lnTo>
                  <a:pt x="52298" y="651763"/>
                </a:lnTo>
                <a:lnTo>
                  <a:pt x="74637" y="688974"/>
                </a:lnTo>
                <a:lnTo>
                  <a:pt x="100533" y="723899"/>
                </a:lnTo>
                <a:lnTo>
                  <a:pt x="129730" y="756157"/>
                </a:lnTo>
                <a:lnTo>
                  <a:pt x="161925" y="785367"/>
                </a:lnTo>
                <a:lnTo>
                  <a:pt x="196837" y="811148"/>
                </a:lnTo>
                <a:lnTo>
                  <a:pt x="234124" y="833500"/>
                </a:lnTo>
                <a:lnTo>
                  <a:pt x="273431" y="852169"/>
                </a:lnTo>
                <a:lnTo>
                  <a:pt x="314325" y="866774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849" y="885824"/>
                </a:lnTo>
                <a:lnTo>
                  <a:pt x="475488" y="884681"/>
                </a:lnTo>
                <a:lnTo>
                  <a:pt x="518668" y="879347"/>
                </a:lnTo>
                <a:lnTo>
                  <a:pt x="561086" y="869822"/>
                </a:lnTo>
                <a:lnTo>
                  <a:pt x="602361" y="856106"/>
                </a:lnTo>
                <a:lnTo>
                  <a:pt x="641985" y="838580"/>
                </a:lnTo>
                <a:lnTo>
                  <a:pt x="679831" y="817117"/>
                </a:lnTo>
                <a:lnTo>
                  <a:pt x="715391" y="792098"/>
                </a:lnTo>
                <a:lnTo>
                  <a:pt x="748283" y="763650"/>
                </a:lnTo>
                <a:lnTo>
                  <a:pt x="778256" y="732281"/>
                </a:lnTo>
                <a:lnTo>
                  <a:pt x="805052" y="697991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30" y="540003"/>
                </a:lnTo>
                <a:lnTo>
                  <a:pt x="882523" y="497204"/>
                </a:lnTo>
                <a:lnTo>
                  <a:pt x="885698" y="453770"/>
                </a:lnTo>
                <a:lnTo>
                  <a:pt x="885825" y="442975"/>
                </a:lnTo>
                <a:lnTo>
                  <a:pt x="884682" y="410336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7" y="283590"/>
                </a:lnTo>
                <a:lnTo>
                  <a:pt x="838581" y="243839"/>
                </a:lnTo>
                <a:lnTo>
                  <a:pt x="817118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5" y="107568"/>
                </a:lnTo>
                <a:lnTo>
                  <a:pt x="697992" y="80771"/>
                </a:lnTo>
                <a:lnTo>
                  <a:pt x="661288" y="57530"/>
                </a:lnTo>
                <a:lnTo>
                  <a:pt x="622426" y="37972"/>
                </a:lnTo>
                <a:lnTo>
                  <a:pt x="581787" y="22351"/>
                </a:lnTo>
                <a:lnTo>
                  <a:pt x="540004" y="10794"/>
                </a:lnTo>
                <a:lnTo>
                  <a:pt x="497078" y="3301"/>
                </a:lnTo>
                <a:lnTo>
                  <a:pt x="453771" y="126"/>
                </a:lnTo>
                <a:lnTo>
                  <a:pt x="442849" y="0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31043" y="4102734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142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717"/>
                </a:lnTo>
                <a:lnTo>
                  <a:pt x="243839" y="47243"/>
                </a:lnTo>
                <a:lnTo>
                  <a:pt x="205994" y="68706"/>
                </a:lnTo>
                <a:lnTo>
                  <a:pt x="170433" y="93725"/>
                </a:lnTo>
                <a:lnTo>
                  <a:pt x="137540" y="122174"/>
                </a:lnTo>
                <a:lnTo>
                  <a:pt x="107569" y="153542"/>
                </a:lnTo>
                <a:lnTo>
                  <a:pt x="80772" y="187832"/>
                </a:lnTo>
                <a:lnTo>
                  <a:pt x="57530" y="224536"/>
                </a:lnTo>
                <a:lnTo>
                  <a:pt x="37973" y="263398"/>
                </a:lnTo>
                <a:lnTo>
                  <a:pt x="22351" y="303911"/>
                </a:lnTo>
                <a:lnTo>
                  <a:pt x="10795" y="345820"/>
                </a:lnTo>
                <a:lnTo>
                  <a:pt x="3301" y="388619"/>
                </a:lnTo>
                <a:lnTo>
                  <a:pt x="126" y="432053"/>
                </a:lnTo>
                <a:lnTo>
                  <a:pt x="0" y="442849"/>
                </a:lnTo>
                <a:lnTo>
                  <a:pt x="2158" y="486282"/>
                </a:lnTo>
                <a:lnTo>
                  <a:pt x="8508" y="529336"/>
                </a:lnTo>
                <a:lnTo>
                  <a:pt x="19050" y="571500"/>
                </a:lnTo>
                <a:lnTo>
                  <a:pt x="33654" y="612393"/>
                </a:lnTo>
                <a:lnTo>
                  <a:pt x="52324" y="651637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030"/>
                </a:lnTo>
                <a:lnTo>
                  <a:pt x="161925" y="785240"/>
                </a:lnTo>
                <a:lnTo>
                  <a:pt x="196850" y="811149"/>
                </a:lnTo>
                <a:lnTo>
                  <a:pt x="234187" y="833501"/>
                </a:lnTo>
                <a:lnTo>
                  <a:pt x="273430" y="852042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975" y="885825"/>
                </a:lnTo>
                <a:lnTo>
                  <a:pt x="475487" y="884554"/>
                </a:lnTo>
                <a:lnTo>
                  <a:pt x="518667" y="879348"/>
                </a:lnTo>
                <a:lnTo>
                  <a:pt x="561085" y="869823"/>
                </a:lnTo>
                <a:lnTo>
                  <a:pt x="602360" y="856106"/>
                </a:lnTo>
                <a:lnTo>
                  <a:pt x="642111" y="838580"/>
                </a:lnTo>
                <a:lnTo>
                  <a:pt x="679830" y="817117"/>
                </a:lnTo>
                <a:lnTo>
                  <a:pt x="715390" y="792099"/>
                </a:lnTo>
                <a:lnTo>
                  <a:pt x="748283" y="763651"/>
                </a:lnTo>
                <a:lnTo>
                  <a:pt x="778255" y="732154"/>
                </a:lnTo>
                <a:lnTo>
                  <a:pt x="805052" y="697991"/>
                </a:lnTo>
                <a:lnTo>
                  <a:pt x="828294" y="661162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29" y="540003"/>
                </a:lnTo>
                <a:lnTo>
                  <a:pt x="882523" y="497077"/>
                </a:lnTo>
                <a:lnTo>
                  <a:pt x="885698" y="453770"/>
                </a:lnTo>
                <a:lnTo>
                  <a:pt x="885825" y="442849"/>
                </a:lnTo>
                <a:lnTo>
                  <a:pt x="884681" y="410337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6" y="283463"/>
                </a:lnTo>
                <a:lnTo>
                  <a:pt x="838580" y="243712"/>
                </a:lnTo>
                <a:lnTo>
                  <a:pt x="817117" y="205993"/>
                </a:lnTo>
                <a:lnTo>
                  <a:pt x="792099" y="170434"/>
                </a:lnTo>
                <a:lnTo>
                  <a:pt x="763651" y="137540"/>
                </a:lnTo>
                <a:lnTo>
                  <a:pt x="732154" y="107568"/>
                </a:lnTo>
                <a:lnTo>
                  <a:pt x="697991" y="80772"/>
                </a:lnTo>
                <a:lnTo>
                  <a:pt x="661288" y="57530"/>
                </a:lnTo>
                <a:lnTo>
                  <a:pt x="622426" y="37973"/>
                </a:lnTo>
                <a:lnTo>
                  <a:pt x="581913" y="22351"/>
                </a:lnTo>
                <a:lnTo>
                  <a:pt x="540003" y="10794"/>
                </a:lnTo>
                <a:lnTo>
                  <a:pt x="497077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958576" y="1929206"/>
            <a:ext cx="5586095" cy="271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-10" dirty="0">
                <a:latin typeface="Arial"/>
                <a:cs typeface="Arial"/>
              </a:rPr>
              <a:t>GitHub</a:t>
            </a:r>
            <a:endParaRPr sz="9600">
              <a:latin typeface="Arial"/>
              <a:cs typeface="Arial"/>
            </a:endParaRPr>
          </a:p>
          <a:p>
            <a:pPr marL="407670">
              <a:lnSpc>
                <a:spcPct val="100000"/>
              </a:lnSpc>
              <a:spcBef>
                <a:spcPts val="5320"/>
              </a:spcBef>
            </a:pPr>
            <a:r>
              <a:rPr sz="3600" spc="50" dirty="0">
                <a:latin typeface="Arial MT"/>
                <a:cs typeface="Arial MT"/>
              </a:rPr>
              <a:t>Host</a:t>
            </a:r>
            <a:r>
              <a:rPr sz="3600" spc="60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for</a:t>
            </a:r>
            <a:r>
              <a:rPr sz="3600" spc="110" dirty="0">
                <a:latin typeface="Arial MT"/>
                <a:cs typeface="Arial MT"/>
              </a:rPr>
              <a:t> </a:t>
            </a:r>
            <a:r>
              <a:rPr sz="3600" spc="70" dirty="0">
                <a:latin typeface="Arial MT"/>
                <a:cs typeface="Arial MT"/>
              </a:rPr>
              <a:t>Git</a:t>
            </a:r>
            <a:r>
              <a:rPr sz="3600" spc="9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Repositories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54181" y="5467603"/>
            <a:ext cx="5560060" cy="325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9730">
              <a:lnSpc>
                <a:spcPct val="115799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Store</a:t>
            </a:r>
            <a:r>
              <a:rPr sz="3600" spc="32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Repositories</a:t>
            </a:r>
            <a:r>
              <a:rPr sz="3600" spc="3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229" dirty="0">
                <a:latin typeface="Arial MT"/>
                <a:cs typeface="Arial MT"/>
              </a:rPr>
              <a:t> </a:t>
            </a:r>
            <a:r>
              <a:rPr sz="3600" spc="55" dirty="0">
                <a:latin typeface="Arial MT"/>
                <a:cs typeface="Arial MT"/>
              </a:rPr>
              <a:t>the </a:t>
            </a:r>
            <a:r>
              <a:rPr sz="3600" spc="-10" dirty="0">
                <a:latin typeface="Arial MT"/>
                <a:cs typeface="Arial MT"/>
              </a:rPr>
              <a:t>Cloud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16100"/>
              </a:lnSpc>
            </a:pPr>
            <a:r>
              <a:rPr sz="3600" dirty="0">
                <a:latin typeface="Arial MT"/>
                <a:cs typeface="Arial MT"/>
              </a:rPr>
              <a:t>Easily</a:t>
            </a:r>
            <a:r>
              <a:rPr sz="3600" spc="-90" dirty="0">
                <a:latin typeface="Arial MT"/>
                <a:cs typeface="Arial MT"/>
              </a:rPr>
              <a:t> </a:t>
            </a:r>
            <a:r>
              <a:rPr sz="3600" spc="75" dirty="0">
                <a:latin typeface="Arial MT"/>
                <a:cs typeface="Arial MT"/>
              </a:rPr>
              <a:t>collaborate</a:t>
            </a:r>
            <a:r>
              <a:rPr sz="3600" spc="70" dirty="0">
                <a:latin typeface="Arial MT"/>
                <a:cs typeface="Arial MT"/>
              </a:rPr>
              <a:t> </a:t>
            </a:r>
            <a:r>
              <a:rPr sz="3600" spc="55" dirty="0">
                <a:latin typeface="Arial MT"/>
                <a:cs typeface="Arial MT"/>
              </a:rPr>
              <a:t>over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spc="55" dirty="0">
                <a:latin typeface="Arial MT"/>
                <a:cs typeface="Arial MT"/>
              </a:rPr>
              <a:t>the </a:t>
            </a:r>
            <a:r>
              <a:rPr sz="3600" spc="65" dirty="0">
                <a:latin typeface="Arial MT"/>
                <a:cs typeface="Arial MT"/>
              </a:rPr>
              <a:t>Internet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31043" y="5935726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143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590"/>
                </a:lnTo>
                <a:lnTo>
                  <a:pt x="243839" y="47244"/>
                </a:lnTo>
                <a:lnTo>
                  <a:pt x="205994" y="68707"/>
                </a:lnTo>
                <a:lnTo>
                  <a:pt x="170433" y="93725"/>
                </a:lnTo>
                <a:lnTo>
                  <a:pt x="137540" y="122047"/>
                </a:lnTo>
                <a:lnTo>
                  <a:pt x="107569" y="153543"/>
                </a:lnTo>
                <a:lnTo>
                  <a:pt x="80772" y="187833"/>
                </a:lnTo>
                <a:lnTo>
                  <a:pt x="57530" y="224536"/>
                </a:lnTo>
                <a:lnTo>
                  <a:pt x="37973" y="263398"/>
                </a:lnTo>
                <a:lnTo>
                  <a:pt x="22351" y="303911"/>
                </a:lnTo>
                <a:lnTo>
                  <a:pt x="10795" y="345821"/>
                </a:lnTo>
                <a:lnTo>
                  <a:pt x="3301" y="388620"/>
                </a:lnTo>
                <a:lnTo>
                  <a:pt x="126" y="432053"/>
                </a:lnTo>
                <a:lnTo>
                  <a:pt x="0" y="442849"/>
                </a:lnTo>
                <a:lnTo>
                  <a:pt x="2158" y="486283"/>
                </a:lnTo>
                <a:lnTo>
                  <a:pt x="8508" y="529336"/>
                </a:lnTo>
                <a:lnTo>
                  <a:pt x="19050" y="571500"/>
                </a:lnTo>
                <a:lnTo>
                  <a:pt x="33654" y="612394"/>
                </a:lnTo>
                <a:lnTo>
                  <a:pt x="52324" y="651637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031"/>
                </a:lnTo>
                <a:lnTo>
                  <a:pt x="161925" y="785240"/>
                </a:lnTo>
                <a:lnTo>
                  <a:pt x="196850" y="811149"/>
                </a:lnTo>
                <a:lnTo>
                  <a:pt x="234187" y="833501"/>
                </a:lnTo>
                <a:lnTo>
                  <a:pt x="273430" y="852043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975" y="885825"/>
                </a:lnTo>
                <a:lnTo>
                  <a:pt x="475487" y="884554"/>
                </a:lnTo>
                <a:lnTo>
                  <a:pt x="518667" y="879221"/>
                </a:lnTo>
                <a:lnTo>
                  <a:pt x="561085" y="869696"/>
                </a:lnTo>
                <a:lnTo>
                  <a:pt x="602360" y="856107"/>
                </a:lnTo>
                <a:lnTo>
                  <a:pt x="642111" y="838453"/>
                </a:lnTo>
                <a:lnTo>
                  <a:pt x="679830" y="817118"/>
                </a:lnTo>
                <a:lnTo>
                  <a:pt x="715390" y="792099"/>
                </a:lnTo>
                <a:lnTo>
                  <a:pt x="748283" y="763651"/>
                </a:lnTo>
                <a:lnTo>
                  <a:pt x="778255" y="732154"/>
                </a:lnTo>
                <a:lnTo>
                  <a:pt x="805052" y="697864"/>
                </a:lnTo>
                <a:lnTo>
                  <a:pt x="828294" y="661162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29" y="539876"/>
                </a:lnTo>
                <a:lnTo>
                  <a:pt x="882523" y="497077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1" y="410337"/>
                </a:lnTo>
                <a:lnTo>
                  <a:pt x="879348" y="367157"/>
                </a:lnTo>
                <a:lnTo>
                  <a:pt x="869823" y="324738"/>
                </a:lnTo>
                <a:lnTo>
                  <a:pt x="856106" y="283463"/>
                </a:lnTo>
                <a:lnTo>
                  <a:pt x="838580" y="243712"/>
                </a:lnTo>
                <a:lnTo>
                  <a:pt x="817117" y="205866"/>
                </a:lnTo>
                <a:lnTo>
                  <a:pt x="792099" y="170434"/>
                </a:lnTo>
                <a:lnTo>
                  <a:pt x="763651" y="137413"/>
                </a:lnTo>
                <a:lnTo>
                  <a:pt x="732154" y="107441"/>
                </a:lnTo>
                <a:lnTo>
                  <a:pt x="697991" y="80772"/>
                </a:lnTo>
                <a:lnTo>
                  <a:pt x="661288" y="57531"/>
                </a:lnTo>
                <a:lnTo>
                  <a:pt x="622426" y="37973"/>
                </a:lnTo>
                <a:lnTo>
                  <a:pt x="581913" y="22351"/>
                </a:lnTo>
                <a:lnTo>
                  <a:pt x="540003" y="10668"/>
                </a:lnTo>
                <a:lnTo>
                  <a:pt x="497077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1043" y="7876540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42975" y="0"/>
                </a:moveTo>
                <a:lnTo>
                  <a:pt x="367156" y="6476"/>
                </a:lnTo>
                <a:lnTo>
                  <a:pt x="324738" y="16001"/>
                </a:lnTo>
                <a:lnTo>
                  <a:pt x="283463" y="29717"/>
                </a:lnTo>
                <a:lnTo>
                  <a:pt x="243839" y="47243"/>
                </a:lnTo>
                <a:lnTo>
                  <a:pt x="205994" y="68706"/>
                </a:lnTo>
                <a:lnTo>
                  <a:pt x="170433" y="93725"/>
                </a:lnTo>
                <a:lnTo>
                  <a:pt x="137540" y="122173"/>
                </a:lnTo>
                <a:lnTo>
                  <a:pt x="107569" y="153669"/>
                </a:lnTo>
                <a:lnTo>
                  <a:pt x="80772" y="187832"/>
                </a:lnTo>
                <a:lnTo>
                  <a:pt x="57530" y="224662"/>
                </a:lnTo>
                <a:lnTo>
                  <a:pt x="37973" y="263397"/>
                </a:lnTo>
                <a:lnTo>
                  <a:pt x="22351" y="304037"/>
                </a:lnTo>
                <a:lnTo>
                  <a:pt x="10795" y="345820"/>
                </a:lnTo>
                <a:lnTo>
                  <a:pt x="3301" y="388746"/>
                </a:lnTo>
                <a:lnTo>
                  <a:pt x="126" y="432053"/>
                </a:lnTo>
                <a:lnTo>
                  <a:pt x="0" y="442975"/>
                </a:lnTo>
                <a:lnTo>
                  <a:pt x="2158" y="486282"/>
                </a:lnTo>
                <a:lnTo>
                  <a:pt x="8508" y="529335"/>
                </a:lnTo>
                <a:lnTo>
                  <a:pt x="19050" y="571499"/>
                </a:lnTo>
                <a:lnTo>
                  <a:pt x="33654" y="612393"/>
                </a:lnTo>
                <a:lnTo>
                  <a:pt x="52324" y="651763"/>
                </a:lnTo>
                <a:lnTo>
                  <a:pt x="74675" y="688974"/>
                </a:lnTo>
                <a:lnTo>
                  <a:pt x="100583" y="723899"/>
                </a:lnTo>
                <a:lnTo>
                  <a:pt x="129666" y="756157"/>
                </a:lnTo>
                <a:lnTo>
                  <a:pt x="161925" y="785367"/>
                </a:lnTo>
                <a:lnTo>
                  <a:pt x="196850" y="811148"/>
                </a:lnTo>
                <a:lnTo>
                  <a:pt x="234187" y="833500"/>
                </a:lnTo>
                <a:lnTo>
                  <a:pt x="273430" y="852169"/>
                </a:lnTo>
                <a:lnTo>
                  <a:pt x="314325" y="866774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975" y="885824"/>
                </a:lnTo>
                <a:lnTo>
                  <a:pt x="475487" y="884681"/>
                </a:lnTo>
                <a:lnTo>
                  <a:pt x="518667" y="879347"/>
                </a:lnTo>
                <a:lnTo>
                  <a:pt x="561085" y="869822"/>
                </a:lnTo>
                <a:lnTo>
                  <a:pt x="602360" y="856106"/>
                </a:lnTo>
                <a:lnTo>
                  <a:pt x="642111" y="838580"/>
                </a:lnTo>
                <a:lnTo>
                  <a:pt x="679830" y="817117"/>
                </a:lnTo>
                <a:lnTo>
                  <a:pt x="715390" y="792098"/>
                </a:lnTo>
                <a:lnTo>
                  <a:pt x="748283" y="763650"/>
                </a:lnTo>
                <a:lnTo>
                  <a:pt x="778255" y="732281"/>
                </a:lnTo>
                <a:lnTo>
                  <a:pt x="805052" y="697991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29" y="540003"/>
                </a:lnTo>
                <a:lnTo>
                  <a:pt x="882523" y="497204"/>
                </a:lnTo>
                <a:lnTo>
                  <a:pt x="885698" y="453770"/>
                </a:lnTo>
                <a:lnTo>
                  <a:pt x="885825" y="442975"/>
                </a:lnTo>
                <a:lnTo>
                  <a:pt x="884681" y="410336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6" y="283590"/>
                </a:lnTo>
                <a:lnTo>
                  <a:pt x="838580" y="243839"/>
                </a:lnTo>
                <a:lnTo>
                  <a:pt x="817117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4" y="107568"/>
                </a:lnTo>
                <a:lnTo>
                  <a:pt x="697991" y="80771"/>
                </a:lnTo>
                <a:lnTo>
                  <a:pt x="661288" y="57530"/>
                </a:lnTo>
                <a:lnTo>
                  <a:pt x="622426" y="37972"/>
                </a:lnTo>
                <a:lnTo>
                  <a:pt x="581913" y="22351"/>
                </a:lnTo>
                <a:lnTo>
                  <a:pt x="540003" y="10794"/>
                </a:lnTo>
                <a:lnTo>
                  <a:pt x="497077" y="3301"/>
                </a:lnTo>
                <a:lnTo>
                  <a:pt x="453771" y="126"/>
                </a:lnTo>
                <a:lnTo>
                  <a:pt x="442975" y="0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05478" y="1869820"/>
            <a:ext cx="1825625" cy="1824989"/>
          </a:xfrm>
          <a:custGeom>
            <a:avLst/>
            <a:gdLst/>
            <a:ahLst/>
            <a:cxnLst/>
            <a:rect l="l" t="t" r="r" b="b"/>
            <a:pathLst>
              <a:path w="1825625" h="1824989">
                <a:moveTo>
                  <a:pt x="910717" y="0"/>
                </a:moveTo>
                <a:lnTo>
                  <a:pt x="866521" y="8635"/>
                </a:lnTo>
                <a:lnTo>
                  <a:pt x="827659" y="34417"/>
                </a:lnTo>
                <a:lnTo>
                  <a:pt x="662177" y="199898"/>
                </a:lnTo>
                <a:lnTo>
                  <a:pt x="872109" y="409828"/>
                </a:lnTo>
                <a:lnTo>
                  <a:pt x="909574" y="402589"/>
                </a:lnTo>
                <a:lnTo>
                  <a:pt x="947547" y="405764"/>
                </a:lnTo>
                <a:lnTo>
                  <a:pt x="983614" y="419353"/>
                </a:lnTo>
                <a:lnTo>
                  <a:pt x="1015619" y="443229"/>
                </a:lnTo>
                <a:lnTo>
                  <a:pt x="1039622" y="475487"/>
                </a:lnTo>
                <a:lnTo>
                  <a:pt x="1053211" y="511809"/>
                </a:lnTo>
                <a:lnTo>
                  <a:pt x="1056259" y="550036"/>
                </a:lnTo>
                <a:lnTo>
                  <a:pt x="1048766" y="587755"/>
                </a:lnTo>
                <a:lnTo>
                  <a:pt x="1251077" y="790067"/>
                </a:lnTo>
                <a:lnTo>
                  <a:pt x="1288796" y="782701"/>
                </a:lnTo>
                <a:lnTo>
                  <a:pt x="1327023" y="785622"/>
                </a:lnTo>
                <a:lnTo>
                  <a:pt x="1363345" y="799210"/>
                </a:lnTo>
                <a:lnTo>
                  <a:pt x="1395602" y="823213"/>
                </a:lnTo>
                <a:lnTo>
                  <a:pt x="1421764" y="859535"/>
                </a:lnTo>
                <a:lnTo>
                  <a:pt x="1434973" y="900683"/>
                </a:lnTo>
                <a:lnTo>
                  <a:pt x="1434973" y="943482"/>
                </a:lnTo>
                <a:lnTo>
                  <a:pt x="1421764" y="984757"/>
                </a:lnTo>
                <a:lnTo>
                  <a:pt x="1395602" y="1020952"/>
                </a:lnTo>
                <a:lnTo>
                  <a:pt x="1359281" y="1047242"/>
                </a:lnTo>
                <a:lnTo>
                  <a:pt x="1318133" y="1060323"/>
                </a:lnTo>
                <a:lnTo>
                  <a:pt x="1275334" y="1060323"/>
                </a:lnTo>
                <a:lnTo>
                  <a:pt x="1234059" y="1047242"/>
                </a:lnTo>
                <a:lnTo>
                  <a:pt x="1197737" y="1020952"/>
                </a:lnTo>
                <a:lnTo>
                  <a:pt x="1172718" y="987044"/>
                </a:lnTo>
                <a:lnTo>
                  <a:pt x="1159383" y="948562"/>
                </a:lnTo>
                <a:lnTo>
                  <a:pt x="1157477" y="908303"/>
                </a:lnTo>
                <a:lnTo>
                  <a:pt x="1167384" y="868933"/>
                </a:lnTo>
                <a:lnTo>
                  <a:pt x="978662" y="680211"/>
                </a:lnTo>
                <a:lnTo>
                  <a:pt x="978662" y="1176654"/>
                </a:lnTo>
                <a:lnTo>
                  <a:pt x="1015619" y="1203198"/>
                </a:lnTo>
                <a:lnTo>
                  <a:pt x="1041908" y="1239393"/>
                </a:lnTo>
                <a:lnTo>
                  <a:pt x="1054989" y="1280668"/>
                </a:lnTo>
                <a:lnTo>
                  <a:pt x="1054989" y="1323467"/>
                </a:lnTo>
                <a:lnTo>
                  <a:pt x="1041908" y="1364614"/>
                </a:lnTo>
                <a:lnTo>
                  <a:pt x="1015619" y="1400936"/>
                </a:lnTo>
                <a:lnTo>
                  <a:pt x="979297" y="1427226"/>
                </a:lnTo>
                <a:lnTo>
                  <a:pt x="938149" y="1440306"/>
                </a:lnTo>
                <a:lnTo>
                  <a:pt x="895350" y="1440306"/>
                </a:lnTo>
                <a:lnTo>
                  <a:pt x="854201" y="1427226"/>
                </a:lnTo>
                <a:lnTo>
                  <a:pt x="817880" y="1400936"/>
                </a:lnTo>
                <a:lnTo>
                  <a:pt x="791718" y="1364614"/>
                </a:lnTo>
                <a:lnTo>
                  <a:pt x="778510" y="1323467"/>
                </a:lnTo>
                <a:lnTo>
                  <a:pt x="778510" y="1280668"/>
                </a:lnTo>
                <a:lnTo>
                  <a:pt x="791718" y="1239393"/>
                </a:lnTo>
                <a:lnTo>
                  <a:pt x="828421" y="1193673"/>
                </a:lnTo>
                <a:lnTo>
                  <a:pt x="863600" y="1172590"/>
                </a:lnTo>
                <a:lnTo>
                  <a:pt x="863600" y="671576"/>
                </a:lnTo>
                <a:lnTo>
                  <a:pt x="817880" y="641096"/>
                </a:lnTo>
                <a:lnTo>
                  <a:pt x="792734" y="606932"/>
                </a:lnTo>
                <a:lnTo>
                  <a:pt x="779272" y="568198"/>
                </a:lnTo>
                <a:lnTo>
                  <a:pt x="777621" y="527684"/>
                </a:lnTo>
                <a:lnTo>
                  <a:pt x="787781" y="488187"/>
                </a:lnTo>
                <a:lnTo>
                  <a:pt x="580898" y="281177"/>
                </a:lnTo>
                <a:lnTo>
                  <a:pt x="34417" y="827531"/>
                </a:lnTo>
                <a:lnTo>
                  <a:pt x="8636" y="866521"/>
                </a:lnTo>
                <a:lnTo>
                  <a:pt x="0" y="910717"/>
                </a:lnTo>
                <a:lnTo>
                  <a:pt x="8636" y="954912"/>
                </a:lnTo>
                <a:lnTo>
                  <a:pt x="34417" y="993775"/>
                </a:lnTo>
                <a:lnTo>
                  <a:pt x="831342" y="1790700"/>
                </a:lnTo>
                <a:lnTo>
                  <a:pt x="870204" y="1816480"/>
                </a:lnTo>
                <a:lnTo>
                  <a:pt x="914400" y="1824989"/>
                </a:lnTo>
                <a:lnTo>
                  <a:pt x="958596" y="1816480"/>
                </a:lnTo>
                <a:lnTo>
                  <a:pt x="997585" y="1790700"/>
                </a:lnTo>
                <a:lnTo>
                  <a:pt x="1790700" y="997584"/>
                </a:lnTo>
                <a:lnTo>
                  <a:pt x="1816481" y="958596"/>
                </a:lnTo>
                <a:lnTo>
                  <a:pt x="1825117" y="914400"/>
                </a:lnTo>
                <a:lnTo>
                  <a:pt x="1816481" y="870076"/>
                </a:lnTo>
                <a:lnTo>
                  <a:pt x="1790700" y="831214"/>
                </a:lnTo>
                <a:lnTo>
                  <a:pt x="993775" y="34417"/>
                </a:lnTo>
                <a:lnTo>
                  <a:pt x="954913" y="8635"/>
                </a:lnTo>
                <a:lnTo>
                  <a:pt x="910717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9269983" y="3095955"/>
            <a:ext cx="6884670" cy="11283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0"/>
              </a:spcBef>
            </a:pPr>
            <a:r>
              <a:rPr sz="3600" b="1" dirty="0">
                <a:latin typeface="Arial"/>
                <a:cs typeface="Arial"/>
              </a:rPr>
              <a:t>WHAT</a:t>
            </a:r>
            <a:r>
              <a:rPr sz="3600" b="1" spc="-90" dirty="0">
                <a:latin typeface="Arial"/>
                <a:cs typeface="Arial"/>
              </a:rPr>
              <a:t> </a:t>
            </a:r>
            <a:r>
              <a:rPr sz="3600" b="1" spc="165" dirty="0">
                <a:latin typeface="Arial"/>
                <a:cs typeface="Arial"/>
              </a:rPr>
              <a:t>IS</a:t>
            </a:r>
            <a:r>
              <a:rPr sz="3600" b="1" spc="235" dirty="0">
                <a:latin typeface="Arial"/>
                <a:cs typeface="Arial"/>
              </a:rPr>
              <a:t> </a:t>
            </a:r>
            <a:r>
              <a:rPr sz="3600" b="1" spc="165" dirty="0">
                <a:latin typeface="Arial"/>
                <a:cs typeface="Arial"/>
              </a:rPr>
              <a:t>VERSION</a:t>
            </a:r>
            <a:r>
              <a:rPr sz="3600" b="1" spc="440" dirty="0">
                <a:latin typeface="Arial"/>
                <a:cs typeface="Arial"/>
              </a:rPr>
              <a:t> </a:t>
            </a:r>
            <a:r>
              <a:rPr sz="3600" b="1" spc="85" dirty="0">
                <a:latin typeface="Arial"/>
                <a:cs typeface="Arial"/>
              </a:rPr>
              <a:t>CONTROL </a:t>
            </a:r>
            <a:r>
              <a:rPr sz="3600" b="1" spc="-25" dirty="0">
                <a:latin typeface="Arial"/>
                <a:cs typeface="Arial"/>
              </a:rPr>
              <a:t>AND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69983" y="4597653"/>
            <a:ext cx="3034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/>
                <a:cs typeface="Arial"/>
              </a:rPr>
              <a:t>WHY</a:t>
            </a:r>
            <a:r>
              <a:rPr sz="3600" b="1" spc="-210" dirty="0">
                <a:latin typeface="Arial"/>
                <a:cs typeface="Arial"/>
              </a:rPr>
              <a:t> </a:t>
            </a:r>
            <a:r>
              <a:rPr sz="3600" b="1" spc="145" dirty="0">
                <a:latin typeface="Arial"/>
                <a:cs typeface="Arial"/>
              </a:rPr>
              <a:t>USE</a:t>
            </a:r>
            <a:r>
              <a:rPr sz="3600" b="1" spc="65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IT?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7245604" y="8017636"/>
              <a:ext cx="11042650" cy="2269490"/>
            </a:xfrm>
            <a:custGeom>
              <a:avLst/>
              <a:gdLst/>
              <a:ahLst/>
              <a:cxnLst/>
              <a:rect l="l" t="t" r="r" b="b"/>
              <a:pathLst>
                <a:path w="11042650" h="2269490">
                  <a:moveTo>
                    <a:pt x="6250305" y="0"/>
                  </a:moveTo>
                  <a:lnTo>
                    <a:pt x="5761228" y="0"/>
                  </a:lnTo>
                  <a:lnTo>
                    <a:pt x="5399151" y="1270"/>
                  </a:lnTo>
                  <a:lnTo>
                    <a:pt x="3276473" y="32258"/>
                  </a:lnTo>
                  <a:lnTo>
                    <a:pt x="1881504" y="81280"/>
                  </a:lnTo>
                  <a:lnTo>
                    <a:pt x="1131951" y="123825"/>
                  </a:lnTo>
                  <a:lnTo>
                    <a:pt x="763016" y="152527"/>
                  </a:lnTo>
                  <a:lnTo>
                    <a:pt x="553847" y="172847"/>
                  </a:lnTo>
                  <a:lnTo>
                    <a:pt x="417322" y="188722"/>
                  </a:lnTo>
                  <a:lnTo>
                    <a:pt x="336296" y="199517"/>
                  </a:lnTo>
                  <a:lnTo>
                    <a:pt x="263525" y="210566"/>
                  </a:lnTo>
                  <a:lnTo>
                    <a:pt x="199263" y="221742"/>
                  </a:lnTo>
                  <a:lnTo>
                    <a:pt x="119125" y="238760"/>
                  </a:lnTo>
                  <a:lnTo>
                    <a:pt x="58927" y="256286"/>
                  </a:lnTo>
                  <a:lnTo>
                    <a:pt x="4952" y="286131"/>
                  </a:lnTo>
                  <a:lnTo>
                    <a:pt x="0" y="298196"/>
                  </a:lnTo>
                  <a:lnTo>
                    <a:pt x="0" y="2269363"/>
                  </a:lnTo>
                  <a:lnTo>
                    <a:pt x="11042396" y="2269363"/>
                  </a:lnTo>
                  <a:lnTo>
                    <a:pt x="11042396" y="135636"/>
                  </a:lnTo>
                  <a:lnTo>
                    <a:pt x="10448925" y="97409"/>
                  </a:lnTo>
                  <a:lnTo>
                    <a:pt x="9328023" y="49530"/>
                  </a:lnTo>
                  <a:lnTo>
                    <a:pt x="7431913" y="8255"/>
                  </a:lnTo>
                  <a:lnTo>
                    <a:pt x="6250305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00441" cy="1028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9107" y="6228877"/>
            <a:ext cx="12749784" cy="3288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7089" y="578866"/>
            <a:ext cx="13488035" cy="473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80" dirty="0">
                <a:solidFill>
                  <a:srgbClr val="343436"/>
                </a:solidFill>
                <a:latin typeface="Arial"/>
                <a:cs typeface="Arial"/>
              </a:rPr>
              <a:t>VERSION</a:t>
            </a:r>
            <a:r>
              <a:rPr sz="3600" b="1" spc="415" dirty="0">
                <a:solidFill>
                  <a:srgbClr val="343436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343436"/>
                </a:solidFill>
                <a:latin typeface="Arial"/>
                <a:cs typeface="Arial"/>
              </a:rPr>
              <a:t>CONTROL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Arial"/>
              <a:cs typeface="Arial"/>
            </a:endParaRPr>
          </a:p>
          <a:p>
            <a:pPr marL="869315" indent="-856615">
              <a:lnSpc>
                <a:spcPct val="100000"/>
              </a:lnSpc>
              <a:buFont typeface="Arial MT"/>
              <a:buChar char="•"/>
              <a:tabLst>
                <a:tab pos="869315" algn="l"/>
              </a:tabLst>
            </a:pPr>
            <a:r>
              <a:rPr sz="3600" dirty="0">
                <a:latin typeface="Trebuchet MS"/>
                <a:cs typeface="Trebuchet MS"/>
              </a:rPr>
              <a:t>A</a:t>
            </a:r>
            <a:r>
              <a:rPr sz="3600" spc="-550" dirty="0">
                <a:latin typeface="Trebuchet MS"/>
                <a:cs typeface="Trebuchet MS"/>
              </a:rPr>
              <a:t> </a:t>
            </a:r>
            <a:r>
              <a:rPr sz="3600" spc="-145" dirty="0">
                <a:latin typeface="Trebuchet MS"/>
                <a:cs typeface="Trebuchet MS"/>
              </a:rPr>
              <a:t>system</a:t>
            </a:r>
            <a:r>
              <a:rPr sz="3600" spc="-415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that</a:t>
            </a:r>
            <a:r>
              <a:rPr sz="3600" spc="-535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manages</a:t>
            </a:r>
            <a:r>
              <a:rPr sz="3600" spc="-420" dirty="0">
                <a:latin typeface="Trebuchet MS"/>
                <a:cs typeface="Trebuchet MS"/>
              </a:rPr>
              <a:t> </a:t>
            </a:r>
            <a:r>
              <a:rPr sz="3600" spc="-65" dirty="0">
                <a:latin typeface="Trebuchet MS"/>
                <a:cs typeface="Trebuchet MS"/>
              </a:rPr>
              <a:t>and</a:t>
            </a:r>
            <a:r>
              <a:rPr sz="3600" spc="-440" dirty="0">
                <a:latin typeface="Trebuchet MS"/>
                <a:cs typeface="Trebuchet MS"/>
              </a:rPr>
              <a:t> </a:t>
            </a:r>
            <a:r>
              <a:rPr sz="3600" spc="-135" dirty="0">
                <a:latin typeface="Trebuchet MS"/>
                <a:cs typeface="Trebuchet MS"/>
              </a:rPr>
              <a:t>keeps</a:t>
            </a:r>
            <a:r>
              <a:rPr sz="3600" spc="-470" dirty="0">
                <a:latin typeface="Trebuchet MS"/>
                <a:cs typeface="Trebuchet MS"/>
              </a:rPr>
              <a:t> </a:t>
            </a:r>
            <a:r>
              <a:rPr sz="3600" spc="-160" dirty="0">
                <a:latin typeface="Trebuchet MS"/>
                <a:cs typeface="Trebuchet MS"/>
              </a:rPr>
              <a:t>records</a:t>
            </a:r>
            <a:r>
              <a:rPr sz="3600" spc="-440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of</a:t>
            </a:r>
            <a:r>
              <a:rPr sz="3600" spc="-535" dirty="0">
                <a:latin typeface="Trebuchet MS"/>
                <a:cs typeface="Trebuchet MS"/>
              </a:rPr>
              <a:t> </a:t>
            </a:r>
            <a:r>
              <a:rPr sz="3600" spc="-120" dirty="0">
                <a:latin typeface="Trebuchet MS"/>
                <a:cs typeface="Trebuchet MS"/>
              </a:rPr>
              <a:t>changes</a:t>
            </a:r>
            <a:r>
              <a:rPr sz="3600" spc="-415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made</a:t>
            </a:r>
            <a:r>
              <a:rPr sz="3600" spc="-455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to</a:t>
            </a:r>
            <a:r>
              <a:rPr sz="3600" spc="-459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files</a:t>
            </a:r>
            <a:endParaRPr sz="3600">
              <a:latin typeface="Trebuchet MS"/>
              <a:cs typeface="Trebuchet MS"/>
            </a:endParaRPr>
          </a:p>
          <a:p>
            <a:pPr marL="869315" indent="-856615">
              <a:lnSpc>
                <a:spcPct val="100000"/>
              </a:lnSpc>
              <a:spcBef>
                <a:spcPts val="2610"/>
              </a:spcBef>
              <a:buFont typeface="Arial MT"/>
              <a:buChar char="•"/>
              <a:tabLst>
                <a:tab pos="869315" algn="l"/>
              </a:tabLst>
            </a:pPr>
            <a:r>
              <a:rPr sz="3600" spc="-165" dirty="0">
                <a:latin typeface="Trebuchet MS"/>
                <a:cs typeface="Trebuchet MS"/>
              </a:rPr>
              <a:t>Allows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80" dirty="0">
                <a:latin typeface="Trebuchet MS"/>
                <a:cs typeface="Trebuchet MS"/>
              </a:rPr>
              <a:t>for</a:t>
            </a:r>
            <a:r>
              <a:rPr sz="3600" spc="-455" dirty="0">
                <a:latin typeface="Trebuchet MS"/>
                <a:cs typeface="Trebuchet MS"/>
              </a:rPr>
              <a:t> </a:t>
            </a:r>
            <a:r>
              <a:rPr sz="3600" spc="-195" dirty="0">
                <a:latin typeface="Trebuchet MS"/>
                <a:cs typeface="Trebuchet MS"/>
              </a:rPr>
              <a:t>collaborative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0" dirty="0">
                <a:latin typeface="Trebuchet MS"/>
                <a:cs typeface="Trebuchet MS"/>
              </a:rPr>
              <a:t>development</a:t>
            </a:r>
            <a:endParaRPr sz="3600">
              <a:latin typeface="Trebuchet MS"/>
              <a:cs typeface="Trebuchet MS"/>
            </a:endParaRPr>
          </a:p>
          <a:p>
            <a:pPr marL="869315" indent="-856615">
              <a:lnSpc>
                <a:spcPct val="100000"/>
              </a:lnSpc>
              <a:spcBef>
                <a:spcPts val="1689"/>
              </a:spcBef>
              <a:buFont typeface="Arial MT"/>
              <a:buChar char="•"/>
              <a:tabLst>
                <a:tab pos="869315" algn="l"/>
              </a:tabLst>
            </a:pPr>
            <a:r>
              <a:rPr sz="3600" spc="-165" dirty="0">
                <a:latin typeface="Trebuchet MS"/>
                <a:cs typeface="Trebuchet MS"/>
              </a:rPr>
              <a:t>Allows</a:t>
            </a:r>
            <a:r>
              <a:rPr sz="3600" spc="-430" dirty="0">
                <a:latin typeface="Trebuchet MS"/>
                <a:cs typeface="Trebuchet MS"/>
              </a:rPr>
              <a:t> </a:t>
            </a:r>
            <a:r>
              <a:rPr sz="3600" spc="-85" dirty="0">
                <a:latin typeface="Trebuchet MS"/>
                <a:cs typeface="Trebuchet MS"/>
              </a:rPr>
              <a:t>you</a:t>
            </a:r>
            <a:r>
              <a:rPr sz="3600" spc="-420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to</a:t>
            </a:r>
            <a:r>
              <a:rPr sz="3600" spc="-470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know</a:t>
            </a:r>
            <a:r>
              <a:rPr sz="3600" spc="-434" dirty="0">
                <a:latin typeface="Trebuchet MS"/>
                <a:cs typeface="Trebuchet MS"/>
              </a:rPr>
              <a:t> </a:t>
            </a:r>
            <a:r>
              <a:rPr sz="3600" spc="-105" dirty="0">
                <a:latin typeface="Trebuchet MS"/>
                <a:cs typeface="Trebuchet MS"/>
              </a:rPr>
              <a:t>who</a:t>
            </a:r>
            <a:r>
              <a:rPr sz="3600" spc="-415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made</a:t>
            </a:r>
            <a:r>
              <a:rPr sz="3600" spc="-445" dirty="0">
                <a:latin typeface="Trebuchet MS"/>
                <a:cs typeface="Trebuchet MS"/>
              </a:rPr>
              <a:t> </a:t>
            </a:r>
            <a:r>
              <a:rPr sz="3600" spc="-160" dirty="0">
                <a:latin typeface="Trebuchet MS"/>
                <a:cs typeface="Trebuchet MS"/>
              </a:rPr>
              <a:t>what</a:t>
            </a:r>
            <a:r>
              <a:rPr sz="3600" spc="-525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changes</a:t>
            </a:r>
            <a:r>
              <a:rPr sz="3600" spc="-450" dirty="0">
                <a:latin typeface="Trebuchet MS"/>
                <a:cs typeface="Trebuchet MS"/>
              </a:rPr>
              <a:t> </a:t>
            </a:r>
            <a:r>
              <a:rPr sz="3600" spc="-70" dirty="0">
                <a:latin typeface="Trebuchet MS"/>
                <a:cs typeface="Trebuchet MS"/>
              </a:rPr>
              <a:t>and</a:t>
            </a:r>
            <a:r>
              <a:rPr sz="3600" spc="-430" dirty="0">
                <a:latin typeface="Trebuchet MS"/>
                <a:cs typeface="Trebuchet MS"/>
              </a:rPr>
              <a:t> </a:t>
            </a:r>
            <a:r>
              <a:rPr sz="3600" spc="-20" dirty="0">
                <a:latin typeface="Trebuchet MS"/>
                <a:cs typeface="Trebuchet MS"/>
              </a:rPr>
              <a:t>when</a:t>
            </a:r>
            <a:endParaRPr sz="3600">
              <a:latin typeface="Trebuchet MS"/>
              <a:cs typeface="Trebuchet MS"/>
            </a:endParaRPr>
          </a:p>
          <a:p>
            <a:pPr marL="869315" indent="-85661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869315" algn="l"/>
              </a:tabLst>
            </a:pPr>
            <a:r>
              <a:rPr sz="3600" b="1" spc="-130" dirty="0">
                <a:latin typeface="Trebuchet MS"/>
                <a:cs typeface="Trebuchet MS"/>
              </a:rPr>
              <a:t>Allows</a:t>
            </a:r>
            <a:r>
              <a:rPr sz="3600" b="1" spc="-445" dirty="0">
                <a:latin typeface="Trebuchet MS"/>
                <a:cs typeface="Trebuchet MS"/>
              </a:rPr>
              <a:t> </a:t>
            </a:r>
            <a:r>
              <a:rPr sz="3600" b="1" spc="-105" dirty="0">
                <a:latin typeface="Trebuchet MS"/>
                <a:cs typeface="Trebuchet MS"/>
              </a:rPr>
              <a:t>you</a:t>
            </a:r>
            <a:r>
              <a:rPr sz="3600" b="1" spc="-440" dirty="0">
                <a:latin typeface="Trebuchet MS"/>
                <a:cs typeface="Trebuchet MS"/>
              </a:rPr>
              <a:t> </a:t>
            </a:r>
            <a:r>
              <a:rPr sz="3600" b="1" spc="-60" dirty="0">
                <a:latin typeface="Trebuchet MS"/>
                <a:cs typeface="Trebuchet MS"/>
              </a:rPr>
              <a:t>to</a:t>
            </a:r>
            <a:r>
              <a:rPr sz="3600" b="1" spc="-440" dirty="0">
                <a:latin typeface="Trebuchet MS"/>
                <a:cs typeface="Trebuchet MS"/>
              </a:rPr>
              <a:t> </a:t>
            </a:r>
            <a:r>
              <a:rPr sz="3600" b="1" spc="-195" dirty="0">
                <a:latin typeface="Trebuchet MS"/>
                <a:cs typeface="Trebuchet MS"/>
              </a:rPr>
              <a:t>revert</a:t>
            </a:r>
            <a:r>
              <a:rPr sz="3600" b="1" spc="-484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any</a:t>
            </a:r>
            <a:r>
              <a:rPr sz="3600" b="1" spc="-440" dirty="0">
                <a:latin typeface="Trebuchet MS"/>
                <a:cs typeface="Trebuchet MS"/>
              </a:rPr>
              <a:t> </a:t>
            </a:r>
            <a:r>
              <a:rPr sz="3600" b="1" spc="-110" dirty="0">
                <a:latin typeface="Trebuchet MS"/>
                <a:cs typeface="Trebuchet MS"/>
              </a:rPr>
              <a:t>changes</a:t>
            </a:r>
            <a:r>
              <a:rPr sz="3600" b="1" spc="-445" dirty="0">
                <a:latin typeface="Trebuchet MS"/>
                <a:cs typeface="Trebuchet MS"/>
              </a:rPr>
              <a:t> </a:t>
            </a:r>
            <a:r>
              <a:rPr sz="3600" b="1" spc="-65" dirty="0">
                <a:latin typeface="Trebuchet MS"/>
                <a:cs typeface="Trebuchet MS"/>
              </a:rPr>
              <a:t>and</a:t>
            </a:r>
            <a:r>
              <a:rPr sz="3600" b="1" spc="-405" dirty="0">
                <a:latin typeface="Trebuchet MS"/>
                <a:cs typeface="Trebuchet MS"/>
              </a:rPr>
              <a:t> </a:t>
            </a:r>
            <a:r>
              <a:rPr sz="3600" b="1" spc="-30" dirty="0">
                <a:latin typeface="Trebuchet MS"/>
                <a:cs typeface="Trebuchet MS"/>
              </a:rPr>
              <a:t>go</a:t>
            </a:r>
            <a:r>
              <a:rPr sz="3600" b="1" spc="-335" dirty="0">
                <a:latin typeface="Trebuchet MS"/>
                <a:cs typeface="Trebuchet MS"/>
              </a:rPr>
              <a:t> </a:t>
            </a:r>
            <a:r>
              <a:rPr sz="3600" b="1" spc="-114" dirty="0">
                <a:latin typeface="Trebuchet MS"/>
                <a:cs typeface="Trebuchet MS"/>
              </a:rPr>
              <a:t>back</a:t>
            </a:r>
            <a:r>
              <a:rPr sz="3600" b="1" spc="-430" dirty="0">
                <a:latin typeface="Trebuchet MS"/>
                <a:cs typeface="Trebuchet MS"/>
              </a:rPr>
              <a:t> </a:t>
            </a:r>
            <a:r>
              <a:rPr sz="3600" b="1" spc="-60" dirty="0">
                <a:latin typeface="Trebuchet MS"/>
                <a:cs typeface="Trebuchet MS"/>
              </a:rPr>
              <a:t>to</a:t>
            </a:r>
            <a:r>
              <a:rPr sz="3600" b="1" spc="-44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a</a:t>
            </a:r>
            <a:r>
              <a:rPr sz="3600" b="1" spc="-385" dirty="0">
                <a:latin typeface="Trebuchet MS"/>
                <a:cs typeface="Trebuchet MS"/>
              </a:rPr>
              <a:t> </a:t>
            </a:r>
            <a:r>
              <a:rPr sz="3600" b="1" spc="-145" dirty="0">
                <a:latin typeface="Trebuchet MS"/>
                <a:cs typeface="Trebuchet MS"/>
              </a:rPr>
              <a:t>previous</a:t>
            </a:r>
            <a:r>
              <a:rPr sz="3600" b="1" spc="-42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state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9901" y="642073"/>
            <a:ext cx="12436983" cy="90319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975" rIns="0" bIns="0" rtlCol="0">
            <a:spAutoFit/>
          </a:bodyPr>
          <a:lstStyle/>
          <a:p>
            <a:pPr marL="242189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43133"/>
                </a:solidFill>
              </a:rPr>
              <a:t>WHAT</a:t>
            </a:r>
            <a:r>
              <a:rPr spc="70" dirty="0">
                <a:solidFill>
                  <a:srgbClr val="343133"/>
                </a:solidFill>
              </a:rPr>
              <a:t> </a:t>
            </a:r>
            <a:r>
              <a:rPr dirty="0">
                <a:solidFill>
                  <a:srgbClr val="343133"/>
                </a:solidFill>
              </a:rPr>
              <a:t>ARE</a:t>
            </a:r>
            <a:r>
              <a:rPr spc="70" dirty="0">
                <a:solidFill>
                  <a:srgbClr val="343133"/>
                </a:solidFill>
              </a:rPr>
              <a:t> </a:t>
            </a:r>
            <a:r>
              <a:rPr dirty="0">
                <a:solidFill>
                  <a:srgbClr val="343133"/>
                </a:solidFill>
              </a:rPr>
              <a:t>GIT</a:t>
            </a:r>
            <a:r>
              <a:rPr spc="95" dirty="0">
                <a:solidFill>
                  <a:srgbClr val="343133"/>
                </a:solidFill>
              </a:rPr>
              <a:t> </a:t>
            </a:r>
            <a:r>
              <a:rPr dirty="0">
                <a:solidFill>
                  <a:srgbClr val="343133"/>
                </a:solidFill>
              </a:rPr>
              <a:t>AND</a:t>
            </a:r>
            <a:r>
              <a:rPr spc="70" dirty="0">
                <a:solidFill>
                  <a:srgbClr val="343133"/>
                </a:solidFill>
              </a:rPr>
              <a:t> </a:t>
            </a:r>
            <a:r>
              <a:rPr spc="210" dirty="0">
                <a:solidFill>
                  <a:srgbClr val="343133"/>
                </a:solidFill>
              </a:rPr>
              <a:t>GITHUB?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69315" marR="1116330" indent="-857250">
              <a:lnSpc>
                <a:spcPts val="4090"/>
              </a:lnSpc>
              <a:spcBef>
                <a:spcPts val="280"/>
              </a:spcBef>
              <a:buFont typeface="Arial MT"/>
              <a:buChar char="•"/>
              <a:tabLst>
                <a:tab pos="869315" algn="l"/>
              </a:tabLst>
            </a:pPr>
            <a:r>
              <a:rPr spc="-170" dirty="0"/>
              <a:t>Git</a:t>
            </a:r>
            <a:r>
              <a:rPr spc="-470" dirty="0"/>
              <a:t> </a:t>
            </a:r>
            <a:r>
              <a:rPr spc="-165" dirty="0"/>
              <a:t>and</a:t>
            </a:r>
            <a:r>
              <a:rPr spc="-445" dirty="0"/>
              <a:t> </a:t>
            </a:r>
            <a:r>
              <a:rPr spc="-210" dirty="0"/>
              <a:t>GitHub</a:t>
            </a:r>
            <a:r>
              <a:rPr spc="-475" dirty="0"/>
              <a:t> </a:t>
            </a:r>
            <a:r>
              <a:rPr spc="-170" dirty="0"/>
              <a:t>are</a:t>
            </a:r>
            <a:r>
              <a:rPr spc="-455" dirty="0"/>
              <a:t> </a:t>
            </a:r>
            <a:r>
              <a:rPr spc="-155" dirty="0"/>
              <a:t>two</a:t>
            </a:r>
            <a:r>
              <a:rPr spc="-480" dirty="0"/>
              <a:t> </a:t>
            </a:r>
            <a:r>
              <a:rPr spc="-190" dirty="0"/>
              <a:t>different </a:t>
            </a:r>
            <a:r>
              <a:rPr spc="-40" dirty="0"/>
              <a:t>things</a:t>
            </a:r>
          </a:p>
          <a:p>
            <a:pPr marL="867410" marR="5080" indent="-855344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867410" algn="l"/>
                <a:tab pos="4565015" algn="l"/>
              </a:tabLst>
            </a:pPr>
            <a:r>
              <a:rPr spc="-170" dirty="0"/>
              <a:t>Git</a:t>
            </a:r>
            <a:r>
              <a:rPr spc="-500" dirty="0"/>
              <a:t> </a:t>
            </a:r>
            <a:r>
              <a:rPr spc="-135" dirty="0"/>
              <a:t>is</a:t>
            </a:r>
            <a:r>
              <a:rPr spc="-459" dirty="0"/>
              <a:t> </a:t>
            </a:r>
            <a:r>
              <a:rPr dirty="0"/>
              <a:t>a</a:t>
            </a:r>
            <a:r>
              <a:rPr spc="-484" dirty="0"/>
              <a:t> </a:t>
            </a:r>
            <a:r>
              <a:rPr spc="-220" dirty="0"/>
              <a:t>particular</a:t>
            </a:r>
            <a:r>
              <a:rPr spc="-515" dirty="0"/>
              <a:t> </a:t>
            </a:r>
            <a:r>
              <a:rPr spc="-204" dirty="0"/>
              <a:t>implementation</a:t>
            </a:r>
            <a:r>
              <a:rPr spc="185" dirty="0"/>
              <a:t> </a:t>
            </a:r>
            <a:r>
              <a:rPr spc="-25" dirty="0"/>
              <a:t>of </a:t>
            </a:r>
            <a:r>
              <a:rPr spc="-210" dirty="0"/>
              <a:t>version</a:t>
            </a:r>
            <a:r>
              <a:rPr spc="-450" dirty="0"/>
              <a:t> </a:t>
            </a:r>
            <a:r>
              <a:rPr spc="-210" dirty="0"/>
              <a:t>control</a:t>
            </a:r>
            <a:r>
              <a:rPr spc="-455" dirty="0"/>
              <a:t> </a:t>
            </a:r>
            <a:r>
              <a:rPr spc="-220" dirty="0"/>
              <a:t>originally</a:t>
            </a:r>
            <a:r>
              <a:rPr spc="-455" dirty="0"/>
              <a:t> </a:t>
            </a:r>
            <a:r>
              <a:rPr spc="-220" dirty="0"/>
              <a:t>designed</a:t>
            </a:r>
            <a:r>
              <a:rPr spc="-420" dirty="0"/>
              <a:t> </a:t>
            </a:r>
            <a:r>
              <a:rPr spc="-25" dirty="0"/>
              <a:t>by </a:t>
            </a:r>
            <a:r>
              <a:rPr spc="-200" dirty="0"/>
              <a:t>Linus</a:t>
            </a:r>
            <a:r>
              <a:rPr spc="-484" dirty="0"/>
              <a:t> </a:t>
            </a:r>
            <a:r>
              <a:rPr spc="-215" dirty="0"/>
              <a:t>Torvalds</a:t>
            </a:r>
            <a:r>
              <a:rPr spc="-509" dirty="0"/>
              <a:t> </a:t>
            </a:r>
            <a:r>
              <a:rPr spc="-125" dirty="0"/>
              <a:t>in</a:t>
            </a:r>
            <a:r>
              <a:rPr spc="-470" dirty="0"/>
              <a:t> </a:t>
            </a:r>
            <a:r>
              <a:rPr spc="-60" dirty="0"/>
              <a:t>2005</a:t>
            </a:r>
            <a:r>
              <a:rPr spc="30" dirty="0"/>
              <a:t> </a:t>
            </a:r>
            <a:r>
              <a:rPr spc="-130" dirty="0"/>
              <a:t>as</a:t>
            </a:r>
            <a:r>
              <a:rPr spc="-484" dirty="0"/>
              <a:t> </a:t>
            </a:r>
            <a:r>
              <a:rPr dirty="0"/>
              <a:t>a</a:t>
            </a:r>
            <a:r>
              <a:rPr spc="-484" dirty="0"/>
              <a:t> </a:t>
            </a:r>
            <a:r>
              <a:rPr spc="-165" dirty="0"/>
              <a:t>way</a:t>
            </a:r>
            <a:r>
              <a:rPr spc="-490" dirty="0"/>
              <a:t> </a:t>
            </a:r>
            <a:r>
              <a:rPr spc="-25" dirty="0"/>
              <a:t>of </a:t>
            </a:r>
            <a:r>
              <a:rPr spc="-215" dirty="0"/>
              <a:t>managing</a:t>
            </a:r>
            <a:r>
              <a:rPr spc="-459" dirty="0"/>
              <a:t> </a:t>
            </a:r>
            <a:r>
              <a:rPr spc="-170" dirty="0"/>
              <a:t>the</a:t>
            </a:r>
            <a:r>
              <a:rPr spc="-440" dirty="0"/>
              <a:t> </a:t>
            </a:r>
            <a:r>
              <a:rPr spc="-10" dirty="0"/>
              <a:t>Linux</a:t>
            </a:r>
            <a:r>
              <a:rPr dirty="0"/>
              <a:t>	</a:t>
            </a:r>
            <a:r>
              <a:rPr spc="-210" dirty="0"/>
              <a:t>kernel.</a:t>
            </a:r>
            <a:r>
              <a:rPr spc="-465" dirty="0"/>
              <a:t> </a:t>
            </a:r>
            <a:r>
              <a:rPr spc="-25" dirty="0"/>
              <a:t>Git </a:t>
            </a:r>
            <a:r>
              <a:rPr spc="-215" dirty="0"/>
              <a:t>manages</a:t>
            </a:r>
            <a:r>
              <a:rPr spc="-470" dirty="0"/>
              <a:t> </a:t>
            </a:r>
            <a:r>
              <a:rPr spc="-170" dirty="0"/>
              <a:t>the</a:t>
            </a:r>
            <a:r>
              <a:rPr spc="-450" dirty="0"/>
              <a:t> </a:t>
            </a:r>
            <a:r>
              <a:rPr spc="-220" dirty="0"/>
              <a:t>evolution</a:t>
            </a:r>
            <a:r>
              <a:rPr spc="-475" dirty="0"/>
              <a:t> </a:t>
            </a:r>
            <a:r>
              <a:rPr spc="-120" dirty="0"/>
              <a:t>of</a:t>
            </a:r>
            <a:r>
              <a:rPr spc="-450" dirty="0"/>
              <a:t> </a:t>
            </a:r>
            <a:r>
              <a:rPr dirty="0"/>
              <a:t>a</a:t>
            </a:r>
            <a:r>
              <a:rPr spc="-455" dirty="0"/>
              <a:t> </a:t>
            </a:r>
            <a:r>
              <a:rPr spc="-170" dirty="0"/>
              <a:t>set</a:t>
            </a:r>
            <a:r>
              <a:rPr spc="-445" dirty="0"/>
              <a:t> </a:t>
            </a:r>
            <a:r>
              <a:rPr spc="-120" dirty="0"/>
              <a:t>of</a:t>
            </a:r>
            <a:r>
              <a:rPr spc="-465" dirty="0"/>
              <a:t> </a:t>
            </a:r>
            <a:r>
              <a:rPr spc="-200" dirty="0"/>
              <a:t>files</a:t>
            </a:r>
            <a:r>
              <a:rPr spc="-434" dirty="0"/>
              <a:t> </a:t>
            </a:r>
            <a:r>
              <a:rPr spc="-50" dirty="0"/>
              <a:t>– </a:t>
            </a:r>
            <a:r>
              <a:rPr spc="-204" dirty="0"/>
              <a:t>called</a:t>
            </a:r>
            <a:r>
              <a:rPr spc="-480" dirty="0"/>
              <a:t> </a:t>
            </a:r>
            <a:r>
              <a:rPr dirty="0"/>
              <a:t>a</a:t>
            </a:r>
            <a:r>
              <a:rPr spc="-455" dirty="0"/>
              <a:t> </a:t>
            </a:r>
            <a:r>
              <a:rPr spc="-220" dirty="0"/>
              <a:t>repository</a:t>
            </a:r>
            <a:r>
              <a:rPr spc="-484" dirty="0"/>
              <a:t> </a:t>
            </a:r>
            <a:r>
              <a:rPr spc="-120" dirty="0"/>
              <a:t>or</a:t>
            </a:r>
            <a:r>
              <a:rPr spc="-459" dirty="0"/>
              <a:t> </a:t>
            </a:r>
            <a:r>
              <a:rPr spc="-20" dirty="0"/>
              <a:t>repo</a:t>
            </a:r>
          </a:p>
          <a:p>
            <a:pPr marL="867410" marR="740410" indent="-855344">
              <a:lnSpc>
                <a:spcPct val="101200"/>
              </a:lnSpc>
              <a:spcBef>
                <a:spcPts val="1445"/>
              </a:spcBef>
              <a:buFont typeface="Arial MT"/>
              <a:buChar char="•"/>
              <a:tabLst>
                <a:tab pos="869315" algn="l"/>
              </a:tabLst>
            </a:pPr>
            <a:r>
              <a:rPr spc="-225" dirty="0"/>
              <a:t>Essentially,</a:t>
            </a:r>
            <a:r>
              <a:rPr spc="-465" dirty="0"/>
              <a:t> </a:t>
            </a:r>
            <a:r>
              <a:rPr spc="-170" dirty="0"/>
              <a:t>the</a:t>
            </a:r>
            <a:r>
              <a:rPr spc="-430" dirty="0"/>
              <a:t> </a:t>
            </a:r>
            <a:r>
              <a:rPr spc="-220" dirty="0"/>
              <a:t>language</a:t>
            </a:r>
            <a:r>
              <a:rPr spc="-455" dirty="0"/>
              <a:t> </a:t>
            </a:r>
            <a:r>
              <a:rPr spc="-120" dirty="0"/>
              <a:t>of</a:t>
            </a:r>
            <a:r>
              <a:rPr spc="-434" dirty="0"/>
              <a:t> </a:t>
            </a:r>
            <a:r>
              <a:rPr spc="-175" dirty="0"/>
              <a:t>version 	</a:t>
            </a:r>
            <a:r>
              <a:rPr spc="-65" dirty="0"/>
              <a:t>control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6926" y="971156"/>
            <a:ext cx="2324480" cy="9607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4800" y="980091"/>
            <a:ext cx="3275654" cy="9427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33001" y="2137664"/>
            <a:ext cx="8004809" cy="792162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868680" marR="240029" indent="-856615">
              <a:lnSpc>
                <a:spcPct val="99000"/>
              </a:lnSpc>
              <a:spcBef>
                <a:spcPts val="145"/>
              </a:spcBef>
              <a:buFont typeface="Arial MT"/>
              <a:buChar char="•"/>
              <a:tabLst>
                <a:tab pos="868680" algn="l"/>
              </a:tabLst>
            </a:pPr>
            <a:r>
              <a:rPr sz="3450" spc="-160" dirty="0">
                <a:latin typeface="Trebuchet MS"/>
                <a:cs typeface="Trebuchet MS"/>
              </a:rPr>
              <a:t>GitHub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65" dirty="0">
                <a:latin typeface="Trebuchet MS"/>
                <a:cs typeface="Trebuchet MS"/>
              </a:rPr>
              <a:t>an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online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hub</a:t>
            </a:r>
            <a:r>
              <a:rPr sz="3450" spc="-34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for</a:t>
            </a:r>
            <a:r>
              <a:rPr sz="3450" spc="-54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hosting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Git </a:t>
            </a:r>
            <a:r>
              <a:rPr sz="3450" spc="-125" dirty="0">
                <a:latin typeface="Trebuchet MS"/>
                <a:cs typeface="Trebuchet MS"/>
              </a:rPr>
              <a:t>repositories</a:t>
            </a:r>
            <a:r>
              <a:rPr sz="3450" spc="-21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provides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GUI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software for</a:t>
            </a:r>
            <a:r>
              <a:rPr sz="3450" spc="-540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using</a:t>
            </a:r>
            <a:r>
              <a:rPr sz="3450" spc="-330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Git</a:t>
            </a:r>
            <a:endParaRPr sz="3450">
              <a:latin typeface="Trebuchet MS"/>
              <a:cs typeface="Trebuchet MS"/>
            </a:endParaRPr>
          </a:p>
          <a:p>
            <a:pPr marL="868680" marR="5080" indent="-856615">
              <a:lnSpc>
                <a:spcPct val="100000"/>
              </a:lnSpc>
              <a:spcBef>
                <a:spcPts val="4000"/>
              </a:spcBef>
              <a:buFont typeface="Arial MT"/>
              <a:buChar char="•"/>
              <a:tabLst>
                <a:tab pos="868680" algn="l"/>
              </a:tabLst>
            </a:pPr>
            <a:r>
              <a:rPr sz="3450" spc="-160" dirty="0">
                <a:latin typeface="Trebuchet MS"/>
                <a:cs typeface="Trebuchet MS"/>
              </a:rPr>
              <a:t>GitHub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complements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Git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by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providing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a </a:t>
            </a:r>
            <a:r>
              <a:rPr sz="3450" spc="-140" dirty="0">
                <a:latin typeface="Trebuchet MS"/>
                <a:cs typeface="Trebuchet MS"/>
              </a:rPr>
              <a:t>slick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user</a:t>
            </a:r>
            <a:r>
              <a:rPr sz="3450" spc="-75" dirty="0">
                <a:latin typeface="Trebuchet MS"/>
                <a:cs typeface="Trebuchet MS"/>
              </a:rPr>
              <a:t> </a:t>
            </a:r>
            <a:r>
              <a:rPr sz="3450" spc="-220" dirty="0">
                <a:latin typeface="Trebuchet MS"/>
                <a:cs typeface="Trebuchet MS"/>
              </a:rPr>
              <a:t>interface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70" dirty="0">
                <a:latin typeface="Trebuchet MS"/>
                <a:cs typeface="Trebuchet MS"/>
              </a:rPr>
              <a:t>distribution </a:t>
            </a:r>
            <a:r>
              <a:rPr sz="3450" spc="-135" dirty="0">
                <a:latin typeface="Trebuchet MS"/>
                <a:cs typeface="Trebuchet MS"/>
              </a:rPr>
              <a:t>mechanism</a:t>
            </a:r>
            <a:r>
              <a:rPr sz="3450" spc="-32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for</a:t>
            </a:r>
            <a:r>
              <a:rPr sz="3450" spc="-55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repositories.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Git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the </a:t>
            </a:r>
            <a:r>
              <a:rPr sz="3450" spc="-190" dirty="0">
                <a:latin typeface="Trebuchet MS"/>
                <a:cs typeface="Trebuchet MS"/>
              </a:rPr>
              <a:t>software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you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will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use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locally</a:t>
            </a:r>
            <a:r>
              <a:rPr sz="3450" spc="-140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to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record </a:t>
            </a:r>
            <a:r>
              <a:rPr sz="3450" spc="-110" dirty="0">
                <a:latin typeface="Trebuchet MS"/>
                <a:cs typeface="Trebuchet MS"/>
              </a:rPr>
              <a:t>changes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set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of</a:t>
            </a:r>
            <a:r>
              <a:rPr sz="3450" spc="-550" dirty="0">
                <a:latin typeface="Trebuchet MS"/>
                <a:cs typeface="Trebuchet MS"/>
              </a:rPr>
              <a:t> </a:t>
            </a:r>
            <a:r>
              <a:rPr sz="3450" spc="-235" dirty="0">
                <a:latin typeface="Trebuchet MS"/>
                <a:cs typeface="Trebuchet MS"/>
              </a:rPr>
              <a:t>files.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GitHub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a </a:t>
            </a:r>
            <a:r>
              <a:rPr sz="3450" spc="-120" dirty="0">
                <a:latin typeface="Trebuchet MS"/>
                <a:cs typeface="Trebuchet MS"/>
              </a:rPr>
              <a:t>hosting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service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provides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290" dirty="0">
                <a:latin typeface="Trebuchet MS"/>
                <a:cs typeface="Trebuchet MS"/>
              </a:rPr>
              <a:t>Git-</a:t>
            </a:r>
            <a:r>
              <a:rPr sz="3450" spc="-120" dirty="0">
                <a:latin typeface="Trebuchet MS"/>
                <a:cs typeface="Trebuchet MS"/>
              </a:rPr>
              <a:t>aware </a:t>
            </a:r>
            <a:r>
              <a:rPr sz="3450" spc="-95" dirty="0">
                <a:latin typeface="Trebuchet MS"/>
                <a:cs typeface="Trebuchet MS"/>
              </a:rPr>
              <a:t>home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for</a:t>
            </a:r>
            <a:r>
              <a:rPr sz="3450" spc="-12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such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projects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35" dirty="0">
                <a:latin typeface="Trebuchet MS"/>
                <a:cs typeface="Trebuchet MS"/>
              </a:rPr>
              <a:t>on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internet</a:t>
            </a:r>
            <a:endParaRPr sz="3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Arial MT"/>
              <a:buChar char="•"/>
            </a:pPr>
            <a:endParaRPr sz="3450">
              <a:latin typeface="Trebuchet MS"/>
              <a:cs typeface="Trebuchet MS"/>
            </a:endParaRPr>
          </a:p>
          <a:p>
            <a:pPr marL="868680" marR="299085" indent="-856615">
              <a:lnSpc>
                <a:spcPts val="4100"/>
              </a:lnSpc>
              <a:buFont typeface="Arial MT"/>
              <a:buChar char="•"/>
              <a:tabLst>
                <a:tab pos="868680" algn="l"/>
              </a:tabLst>
            </a:pPr>
            <a:r>
              <a:rPr sz="3450" spc="-160" dirty="0">
                <a:latin typeface="Trebuchet MS"/>
                <a:cs typeface="Trebuchet MS"/>
              </a:rPr>
              <a:t>GitHub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like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DropBox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or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Google</a:t>
            </a:r>
            <a:r>
              <a:rPr sz="3450" spc="-420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Drive, </a:t>
            </a:r>
            <a:r>
              <a:rPr sz="3450" spc="-125" dirty="0">
                <a:latin typeface="Trebuchet MS"/>
                <a:cs typeface="Trebuchet MS"/>
              </a:rPr>
              <a:t>but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more</a:t>
            </a:r>
            <a:r>
              <a:rPr sz="3450" spc="-35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structured,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220" dirty="0">
                <a:latin typeface="Trebuchet MS"/>
                <a:cs typeface="Trebuchet MS"/>
              </a:rPr>
              <a:t>powerful,</a:t>
            </a:r>
            <a:r>
              <a:rPr sz="3450" spc="-54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and </a:t>
            </a:r>
            <a:r>
              <a:rPr sz="3450" spc="-10" dirty="0">
                <a:latin typeface="Trebuchet MS"/>
                <a:cs typeface="Trebuchet MS"/>
              </a:rPr>
              <a:t>programmatic</a:t>
            </a:r>
            <a:endParaRPr sz="3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827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7000" dirty="0">
                <a:solidFill>
                  <a:srgbClr val="000000"/>
                </a:solidFill>
              </a:rPr>
              <a:t>What</a:t>
            </a:r>
            <a:r>
              <a:rPr sz="7000" spc="-125" dirty="0">
                <a:solidFill>
                  <a:srgbClr val="000000"/>
                </a:solidFill>
              </a:rPr>
              <a:t> </a:t>
            </a:r>
            <a:r>
              <a:rPr sz="7000" dirty="0">
                <a:solidFill>
                  <a:srgbClr val="000000"/>
                </a:solidFill>
              </a:rPr>
              <a:t>is</a:t>
            </a:r>
            <a:r>
              <a:rPr sz="7000" spc="-130" dirty="0">
                <a:solidFill>
                  <a:srgbClr val="000000"/>
                </a:solidFill>
              </a:rPr>
              <a:t> </a:t>
            </a:r>
            <a:r>
              <a:rPr sz="7000" spc="-20" dirty="0">
                <a:solidFill>
                  <a:srgbClr val="000000"/>
                </a:solidFill>
              </a:rPr>
              <a:t>Git?</a:t>
            </a:r>
            <a:endParaRPr sz="7000"/>
          </a:p>
        </p:txBody>
      </p:sp>
      <p:sp>
        <p:nvSpPr>
          <p:cNvPr id="3" name="object 3"/>
          <p:cNvSpPr txBox="1"/>
          <p:nvPr/>
        </p:nvSpPr>
        <p:spPr>
          <a:xfrm>
            <a:off x="901700" y="2147824"/>
            <a:ext cx="15443200" cy="55130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697865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6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6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6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distributed</a:t>
            </a:r>
            <a:r>
              <a:rPr sz="6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version</a:t>
            </a:r>
            <a:r>
              <a:rPr sz="6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control</a:t>
            </a:r>
            <a:r>
              <a:rPr sz="6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system</a:t>
            </a:r>
            <a:endParaRPr sz="6600">
              <a:latin typeface="Calibri"/>
              <a:cs typeface="Calibri"/>
            </a:endParaRPr>
          </a:p>
          <a:p>
            <a:pPr marL="698500" marR="2080260" indent="-6858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698500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Tracks</a:t>
            </a:r>
            <a:r>
              <a:rPr sz="66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source</a:t>
            </a:r>
            <a:r>
              <a:rPr sz="6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code</a:t>
            </a:r>
            <a:r>
              <a:rPr sz="6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during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software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 development</a:t>
            </a:r>
            <a:endParaRPr sz="66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697865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Helps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collaborate</a:t>
            </a:r>
            <a:r>
              <a:rPr sz="6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without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overwriting</a:t>
            </a:r>
            <a:r>
              <a:rPr sz="6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20" dirty="0">
                <a:solidFill>
                  <a:srgbClr val="0D0D0D"/>
                </a:solidFill>
                <a:latin typeface="Calibri"/>
                <a:cs typeface="Calibri"/>
              </a:rPr>
              <a:t>each</a:t>
            </a:r>
            <a:endParaRPr sz="66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other’s</a:t>
            </a:r>
            <a:r>
              <a:rPr sz="6600" spc="-2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20" dirty="0">
                <a:solidFill>
                  <a:srgbClr val="0D0D0D"/>
                </a:solidFill>
                <a:latin typeface="Calibri"/>
                <a:cs typeface="Calibri"/>
              </a:rPr>
              <a:t>work</a:t>
            </a:r>
            <a:endParaRPr sz="6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823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7000" dirty="0">
                <a:solidFill>
                  <a:srgbClr val="0D0D0D"/>
                </a:solidFill>
                <a:latin typeface="Calibri"/>
                <a:cs typeface="Calibri"/>
              </a:rPr>
              <a:t>What</a:t>
            </a:r>
            <a:r>
              <a:rPr sz="700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70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0" spc="-10" dirty="0">
                <a:solidFill>
                  <a:srgbClr val="0D0D0D"/>
                </a:solidFill>
                <a:latin typeface="Calibri"/>
                <a:cs typeface="Calibri"/>
              </a:rPr>
              <a:t>GitHub?</a:t>
            </a:r>
            <a:endParaRPr sz="7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300478"/>
            <a:ext cx="15387319" cy="6366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315" marR="5080" indent="-8572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870585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r>
              <a:rPr sz="66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6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cloud-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based</a:t>
            </a:r>
            <a:r>
              <a:rPr sz="66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hosting</a:t>
            </a:r>
            <a:r>
              <a:rPr sz="66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service</a:t>
            </a:r>
            <a:r>
              <a:rPr sz="6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25" dirty="0">
                <a:solidFill>
                  <a:srgbClr val="0D0D0D"/>
                </a:solidFill>
                <a:latin typeface="Calibri"/>
                <a:cs typeface="Calibri"/>
              </a:rPr>
              <a:t>for 	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 repositories</a:t>
            </a:r>
            <a:endParaRPr sz="6600">
              <a:latin typeface="Calibri"/>
              <a:cs typeface="Calibri"/>
            </a:endParaRPr>
          </a:p>
          <a:p>
            <a:pPr marL="869315" marR="1170305" indent="-85725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870585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Allows</a:t>
            </a:r>
            <a:r>
              <a:rPr sz="66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collaboration,</a:t>
            </a:r>
            <a:r>
              <a:rPr sz="6600" spc="-9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code</a:t>
            </a:r>
            <a:r>
              <a:rPr sz="66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sharing,</a:t>
            </a:r>
            <a:r>
              <a:rPr sz="6600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20" dirty="0">
                <a:solidFill>
                  <a:srgbClr val="0D0D0D"/>
                </a:solidFill>
                <a:latin typeface="Calibri"/>
                <a:cs typeface="Calibri"/>
              </a:rPr>
              <a:t>pull 	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requests,</a:t>
            </a:r>
            <a:r>
              <a:rPr sz="6600" spc="-1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6600" spc="-1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issue</a:t>
            </a:r>
            <a:r>
              <a:rPr sz="6600" spc="-1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tracking</a:t>
            </a:r>
            <a:endParaRPr sz="6600">
              <a:latin typeface="Calibri"/>
              <a:cs typeface="Calibri"/>
            </a:endParaRPr>
          </a:p>
          <a:p>
            <a:pPr marL="869315" marR="186690" indent="-85725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870585" algn="l"/>
              </a:tabLst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Supports</a:t>
            </a:r>
            <a:r>
              <a:rPr sz="6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open-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source</a:t>
            </a:r>
            <a:r>
              <a:rPr sz="6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(public)</a:t>
            </a:r>
            <a:r>
              <a:rPr sz="66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6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private 	projects</a:t>
            </a:r>
            <a:endParaRPr sz="6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245F-45ED-0A62-711F-DA17027D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06" y="103123"/>
            <a:ext cx="13183057" cy="830997"/>
          </a:xfrm>
        </p:spPr>
        <p:txBody>
          <a:bodyPr/>
          <a:lstStyle/>
          <a:p>
            <a:r>
              <a:rPr lang="en-US" sz="5400" dirty="0"/>
              <a:t>Set up your git hub Profile</a:t>
            </a:r>
            <a:endParaRPr lang="en-IN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FD786-2886-8B9E-3A7B-DF55BDA02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368434"/>
            <a:ext cx="15211425" cy="7386638"/>
          </a:xfrm>
        </p:spPr>
        <p:txBody>
          <a:bodyPr/>
          <a:lstStyle/>
          <a:p>
            <a:pPr marL="914400" indent="-914400">
              <a:buFont typeface="+mj-lt"/>
              <a:buAutoNum type="arabicPeriod"/>
            </a:pPr>
            <a:r>
              <a:rPr lang="en-IN" sz="4800" b="1" dirty="0"/>
              <a:t>Step 1: Create the Secret Repository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dirty="0"/>
              <a:t>Log into your account and navigate to the </a:t>
            </a:r>
            <a:r>
              <a:rPr lang="en-IN" sz="4800" dirty="0">
                <a:hlinkClick r:id="rId2"/>
              </a:rPr>
              <a:t>GitHub New Repository Page</a:t>
            </a:r>
            <a:r>
              <a:rPr lang="en-IN" sz="48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dirty="0"/>
              <a:t>In the </a:t>
            </a:r>
            <a:r>
              <a:rPr lang="en-IN" sz="4800" b="1" dirty="0"/>
              <a:t>Repository name</a:t>
            </a:r>
            <a:r>
              <a:rPr lang="en-IN" sz="4800" dirty="0"/>
              <a:t> field, type your exact GitHub username. You will see a banner confirming you found a secret!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dirty="0"/>
              <a:t>Set the visibility settings strictly to </a:t>
            </a:r>
            <a:r>
              <a:rPr lang="en-IN" sz="4800" b="1" dirty="0"/>
              <a:t>Public</a:t>
            </a:r>
            <a:r>
              <a:rPr lang="en-IN" sz="48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dirty="0"/>
              <a:t>Check the box that says </a:t>
            </a:r>
            <a:r>
              <a:rPr lang="en-IN" sz="4800" b="1" dirty="0"/>
              <a:t>Add a README file</a:t>
            </a:r>
            <a:r>
              <a:rPr lang="en-IN" sz="48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IN" sz="4800" dirty="0"/>
              <a:t>Click the green </a:t>
            </a:r>
            <a:r>
              <a:rPr lang="en-IN" sz="4800" b="1" dirty="0"/>
              <a:t>Create repository</a:t>
            </a:r>
            <a:r>
              <a:rPr lang="en-IN" sz="4800" dirty="0"/>
              <a:t> button at the bottom.  </a:t>
            </a:r>
          </a:p>
          <a:p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4AD69-998E-C052-FD06-8C4A27D01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577" y="599600"/>
            <a:ext cx="6767903" cy="1595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FF9333-D42C-7AEC-E4A9-60E0C7B5E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6438900"/>
            <a:ext cx="3303767" cy="183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4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9C604-DB6D-E3D8-F266-8D324E5B4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80" y="1339360"/>
            <a:ext cx="11353800" cy="7400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1387EA-C5CA-1FD2-B802-F6993AD49AE1}"/>
              </a:ext>
            </a:extLst>
          </p:cNvPr>
          <p:cNvSpPr txBox="1"/>
          <p:nvPr/>
        </p:nvSpPr>
        <p:spPr>
          <a:xfrm>
            <a:off x="609600" y="508959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Step 2: Copy and Customize the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6C2B5-71AB-547A-665B-422F147EAD59}"/>
              </a:ext>
            </a:extLst>
          </p:cNvPr>
          <p:cNvSpPr txBox="1"/>
          <p:nvPr/>
        </p:nvSpPr>
        <p:spPr>
          <a:xfrm>
            <a:off x="640080" y="1316500"/>
            <a:ext cx="5562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Open the </a:t>
            </a:r>
            <a:r>
              <a:rPr lang="en-IN" sz="2400" b="0" u="none" strike="noStrike" dirty="0">
                <a:effectLst/>
                <a:latin typeface="Courier New" panose="02070309020205020404" pitchFamily="49" charset="0"/>
              </a:rPr>
              <a:t>README.md</a:t>
            </a:r>
            <a:r>
              <a:rPr lang="en-IN" sz="4400" dirty="0"/>
              <a:t> file in your new repository, </a:t>
            </a:r>
          </a:p>
          <a:p>
            <a:r>
              <a:rPr lang="en-IN" sz="4400" dirty="0"/>
              <a:t>click the </a:t>
            </a:r>
            <a:r>
              <a:rPr lang="en-IN" sz="3200" b="1" u="none" strike="noStrike" dirty="0">
                <a:effectLst/>
                <a:latin typeface="Google Sans"/>
              </a:rPr>
              <a:t>pencil icon</a:t>
            </a:r>
            <a:r>
              <a:rPr lang="en-IN" sz="4400" dirty="0"/>
              <a:t> to edit it, and paste the structured Markdown code template.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BA329-5975-B5A8-54D2-ADD3B7047849}"/>
              </a:ext>
            </a:extLst>
          </p:cNvPr>
          <p:cNvSpPr txBox="1"/>
          <p:nvPr/>
        </p:nvSpPr>
        <p:spPr>
          <a:xfrm>
            <a:off x="609600" y="8354946"/>
            <a:ext cx="5410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Step 3: </a:t>
            </a:r>
          </a:p>
          <a:p>
            <a:r>
              <a:rPr lang="en-IN" sz="4400" b="1" dirty="0"/>
              <a:t>Save </a:t>
            </a:r>
            <a:r>
              <a:rPr lang="en-IN" sz="4800" b="1" dirty="0"/>
              <a:t>and</a:t>
            </a:r>
            <a:r>
              <a:rPr lang="en-IN" sz="4400" b="1" dirty="0"/>
              <a:t> Publish</a:t>
            </a:r>
          </a:p>
        </p:txBody>
      </p:sp>
    </p:spTree>
    <p:extLst>
      <p:ext uri="{BB962C8B-B14F-4D97-AF65-F5344CB8AC3E}">
        <p14:creationId xmlns:p14="http://schemas.microsoft.com/office/powerpoint/2010/main" val="3090228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0530-8C7E-8029-C3B8-AA85F61E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237" y="495300"/>
            <a:ext cx="13183057" cy="1292662"/>
          </a:xfrm>
        </p:spPr>
        <p:txBody>
          <a:bodyPr/>
          <a:lstStyle/>
          <a:p>
            <a:r>
              <a:rPr lang="en-IN" sz="4400" dirty="0"/>
              <a:t>Step 3:  Save </a:t>
            </a:r>
            <a:r>
              <a:rPr lang="en-IN" sz="4800" dirty="0"/>
              <a:t>and</a:t>
            </a:r>
            <a:r>
              <a:rPr lang="en-IN" sz="4400" dirty="0"/>
              <a:t> Publish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CDF52-35F6-A511-FCDB-473B10C38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237" y="2090737"/>
            <a:ext cx="6100763" cy="4924425"/>
          </a:xfrm>
        </p:spPr>
        <p:txBody>
          <a:bodyPr/>
          <a:lstStyle/>
          <a:p>
            <a:r>
              <a:rPr lang="en-US" sz="4000" dirty="0"/>
              <a:t>Once the file is saved, You cool </a:t>
            </a:r>
            <a:r>
              <a:rPr lang="en-I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dirty="0"/>
              <a:t>file content will be visible to your git hub Profile,</a:t>
            </a:r>
          </a:p>
          <a:p>
            <a:r>
              <a:rPr lang="en-US" sz="4000" dirty="0"/>
              <a:t>You can now beautify and add all of your project and achievements on your git hub front page 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3D2C2-30E5-A37D-0B90-8875FF54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090737"/>
            <a:ext cx="8668651" cy="5570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6DDF85-6D07-DBDF-D0B2-A698D47AD6A0}"/>
              </a:ext>
            </a:extLst>
          </p:cNvPr>
          <p:cNvSpPr txBox="1"/>
          <p:nvPr/>
        </p:nvSpPr>
        <p:spPr>
          <a:xfrm>
            <a:off x="762000" y="8724900"/>
            <a:ext cx="12801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link of readme file code: https://github.com/chandanXP/chandanXP/blob/main/README.md</a:t>
            </a:r>
          </a:p>
        </p:txBody>
      </p:sp>
    </p:spTree>
    <p:extLst>
      <p:ext uri="{BB962C8B-B14F-4D97-AF65-F5344CB8AC3E}">
        <p14:creationId xmlns:p14="http://schemas.microsoft.com/office/powerpoint/2010/main" val="1892546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7404-0399-8F85-1712-2146E5D9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06" y="103123"/>
            <a:ext cx="13183057" cy="677108"/>
          </a:xfrm>
        </p:spPr>
        <p:txBody>
          <a:bodyPr/>
          <a:lstStyle/>
          <a:p>
            <a:r>
              <a:rPr lang="en-US" sz="4400" dirty="0"/>
              <a:t>Creating my Webpage on internet for free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CEBC0-4687-6EA2-D8EC-A40AE4758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409700"/>
            <a:ext cx="15211425" cy="4739759"/>
          </a:xfrm>
        </p:spPr>
        <p:txBody>
          <a:bodyPr/>
          <a:lstStyle/>
          <a:p>
            <a:r>
              <a:rPr lang="en-IN" sz="4400" b="1" dirty="0"/>
              <a:t>Step 1: Create a Dedicated Repository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Go to </a:t>
            </a:r>
            <a:r>
              <a:rPr lang="en-IN" sz="4400" dirty="0">
                <a:hlinkClick r:id="rId2"/>
              </a:rPr>
              <a:t>github.com</a:t>
            </a:r>
            <a:r>
              <a:rPr lang="en-IN" sz="44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Set the </a:t>
            </a:r>
            <a:r>
              <a:rPr lang="en-IN" sz="4400" b="1" dirty="0"/>
              <a:t>Repository name</a:t>
            </a:r>
            <a:r>
              <a:rPr lang="en-IN" sz="4400" dirty="0"/>
              <a:t> to your-username.github.io (replace your-username with your actual GitHub username).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Set the visibility to </a:t>
            </a:r>
            <a:r>
              <a:rPr lang="en-IN" sz="4400" b="1" dirty="0"/>
              <a:t>Public</a:t>
            </a:r>
            <a:r>
              <a:rPr lang="en-IN" sz="4400" dirty="0"/>
              <a:t> (required for free hosting).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Leave all other options unchecked and click </a:t>
            </a:r>
            <a:r>
              <a:rPr lang="en-IN" sz="4400" b="1" dirty="0"/>
              <a:t>Create repository</a:t>
            </a:r>
            <a:r>
              <a:rPr lang="en-IN" sz="4400" dirty="0"/>
              <a:t>.</a:t>
            </a:r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45012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A8FE-DB63-0DF1-9888-15FF3F34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06" y="103123"/>
            <a:ext cx="13183057" cy="1661993"/>
          </a:xfrm>
        </p:spPr>
        <p:txBody>
          <a:bodyPr/>
          <a:lstStyle/>
          <a:p>
            <a:r>
              <a:rPr lang="en-IN" sz="5400" dirty="0"/>
              <a:t>Step 2: Write Your Webpage Code</a:t>
            </a:r>
            <a:br>
              <a:rPr lang="en-IN" sz="5400" dirty="0"/>
            </a:br>
            <a:endParaRPr lang="en-IN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F83E0-6A1B-C36B-991E-3FE1288A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65116"/>
            <a:ext cx="9753600" cy="4985980"/>
          </a:xfrm>
        </p:spPr>
        <p:txBody>
          <a:bodyPr/>
          <a:lstStyle/>
          <a:p>
            <a:r>
              <a:rPr lang="en-IN" sz="5400" dirty="0"/>
              <a:t>Inside your new repository, </a:t>
            </a:r>
          </a:p>
          <a:p>
            <a:r>
              <a:rPr lang="en-IN" sz="5400" dirty="0"/>
              <a:t>click </a:t>
            </a:r>
            <a:r>
              <a:rPr lang="en-IN" sz="5400" b="1" dirty="0"/>
              <a:t>Add file</a:t>
            </a:r>
            <a:r>
              <a:rPr lang="en-IN" sz="5400" dirty="0"/>
              <a:t> &gt; </a:t>
            </a:r>
            <a:r>
              <a:rPr lang="en-IN" sz="5400" b="1" dirty="0"/>
              <a:t>Create new file</a:t>
            </a:r>
            <a:r>
              <a:rPr lang="en-IN" sz="5400" dirty="0"/>
              <a:t>. </a:t>
            </a:r>
          </a:p>
          <a:p>
            <a:r>
              <a:rPr lang="en-IN" sz="5400" dirty="0"/>
              <a:t>You will create three core files. Paste the following clean boilerplate code into them:</a:t>
            </a:r>
          </a:p>
          <a:p>
            <a:endParaRPr lang="en-IN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D0BE09-A388-B794-357A-5FE6F3AC8C20}"/>
              </a:ext>
            </a:extLst>
          </p:cNvPr>
          <p:cNvSpPr txBox="1"/>
          <p:nvPr/>
        </p:nvSpPr>
        <p:spPr>
          <a:xfrm>
            <a:off x="762000" y="7042532"/>
            <a:ext cx="7391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1. Name the first file </a:t>
            </a:r>
            <a:r>
              <a:rPr lang="en-IN" sz="2800" b="1" u="none" strike="noStrike" dirty="0">
                <a:effectLst/>
                <a:latin typeface="Courier New" panose="02070309020205020404" pitchFamily="49" charset="0"/>
              </a:rPr>
              <a:t>index.html</a:t>
            </a:r>
            <a:r>
              <a:rPr lang="en-IN" sz="4800" dirty="0"/>
              <a:t> (Must be lowercase)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D8E85-41B6-F64A-2940-0C7E7C96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934" y="7283006"/>
            <a:ext cx="10654388" cy="2285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57ED26-580A-8262-CE6C-EAEF63974136}"/>
              </a:ext>
            </a:extLst>
          </p:cNvPr>
          <p:cNvSpPr txBox="1"/>
          <p:nvPr/>
        </p:nvSpPr>
        <p:spPr>
          <a:xfrm>
            <a:off x="10134601" y="1256066"/>
            <a:ext cx="739139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&lt;html lang="</a:t>
            </a:r>
            <a:r>
              <a:rPr lang="en-IN" sz="1800" b="1" u="none" strike="noStrike" dirty="0" err="1">
                <a:effectLst/>
                <a:latin typeface="Courier New" panose="02070309020205020404" pitchFamily="49" charset="0"/>
              </a:rPr>
              <a:t>en</a:t>
            </a:r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"&gt;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&lt;head&gt;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&lt;meta charset="UTF-8"&gt;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&lt;title&gt;My Personal Website&lt;/title&gt;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&lt;link </a:t>
            </a:r>
            <a:r>
              <a:rPr lang="en-IN" sz="1800" b="1" u="none" strike="noStrike" dirty="0" err="1">
                <a:effectLst/>
                <a:latin typeface="Courier New" panose="02070309020205020404" pitchFamily="49" charset="0"/>
              </a:rPr>
              <a:t>rel</a:t>
            </a:r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="stylesheet" </a:t>
            </a:r>
            <a:r>
              <a:rPr lang="en-IN" sz="1800" b="1" u="none" strike="noStrike" dirty="0" err="1">
                <a:effectLst/>
                <a:latin typeface="Courier New" panose="02070309020205020404" pitchFamily="49" charset="0"/>
              </a:rPr>
              <a:t>href</a:t>
            </a:r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="style.css"&gt;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&lt;/head&gt;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&lt;body&gt;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&lt;header&gt;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    &lt;h1&gt;Welcome to My Website&lt;/h1&gt;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&lt;/header&gt;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&lt;main&gt;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    &lt;p&gt;This page is hosted completely free on !&lt;/p&gt;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    &lt;button id="</a:t>
            </a:r>
            <a:r>
              <a:rPr lang="en-IN" sz="1800" b="1" u="none" strike="noStrike" dirty="0" err="1">
                <a:effectLst/>
                <a:latin typeface="Courier New" panose="02070309020205020404" pitchFamily="49" charset="0"/>
              </a:rPr>
              <a:t>colorBtn</a:t>
            </a:r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"&gt;Click to Change Theme&lt;/button&gt;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&lt;/main&gt;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    &lt;script </a:t>
            </a:r>
            <a:r>
              <a:rPr lang="en-IN" sz="1800" b="1" u="none" strike="noStrike" dirty="0" err="1">
                <a:effectLst/>
                <a:latin typeface="Courier New" panose="02070309020205020404" pitchFamily="49" charset="0"/>
              </a:rPr>
              <a:t>src</a:t>
            </a:r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="script.js"&gt;&lt;/script&gt;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&lt;/body&gt;</a:t>
            </a:r>
          </a:p>
          <a:p>
            <a:r>
              <a:rPr lang="en-IN" sz="1800" b="1" u="none" strike="noStrike" dirty="0">
                <a:effectLst/>
                <a:latin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3346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BF3D-4AFE-AF06-0E5F-F55604C4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555664"/>
            <a:ext cx="13183057" cy="1231106"/>
          </a:xfrm>
        </p:spPr>
        <p:txBody>
          <a:bodyPr/>
          <a:lstStyle/>
          <a:p>
            <a:r>
              <a:rPr lang="en-IN" sz="4400" dirty="0">
                <a:solidFill>
                  <a:schemeClr val="tx1"/>
                </a:solidFill>
              </a:rPr>
              <a:t>Step 3: Enable GitHub Pages</a:t>
            </a:r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B5ED5-582C-AD2A-B7EE-9619478B2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790700"/>
            <a:ext cx="15211425" cy="2215991"/>
          </a:xfrm>
        </p:spPr>
        <p:txBody>
          <a:bodyPr/>
          <a:lstStyle/>
          <a:p>
            <a:pPr marL="914400" indent="-914400">
              <a:buFont typeface="+mj-lt"/>
              <a:buAutoNum type="arabicPeriod"/>
            </a:pPr>
            <a:r>
              <a:rPr lang="en-IN" sz="4800" dirty="0"/>
              <a:t>Click on the </a:t>
            </a:r>
            <a:r>
              <a:rPr lang="en-IN" sz="4800" b="1" dirty="0"/>
              <a:t>Settings</a:t>
            </a:r>
            <a:r>
              <a:rPr lang="en-IN" sz="4800" dirty="0"/>
              <a:t> tab (the gear icon) at the top of your repository page.</a:t>
            </a:r>
          </a:p>
          <a:p>
            <a:pPr marL="914400" indent="-914400">
              <a:buFont typeface="+mj-lt"/>
              <a:buAutoNum type="arabicPeriod"/>
            </a:pPr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D5712-658A-B73C-C6FC-2DF321822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85" y="3582596"/>
            <a:ext cx="12856054" cy="53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6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42854-8E86-BF33-6C60-500454573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943100"/>
            <a:ext cx="7772400" cy="3693319"/>
          </a:xfrm>
        </p:spPr>
        <p:txBody>
          <a:bodyPr/>
          <a:lstStyle/>
          <a:p>
            <a:r>
              <a:rPr lang="en-IN" sz="4800" dirty="0"/>
              <a:t>2. In the left-hand sidebar under the "Code and automation" section, click on </a:t>
            </a:r>
            <a:r>
              <a:rPr lang="en-IN" sz="4800" b="1" dirty="0"/>
              <a:t>Pages</a:t>
            </a:r>
            <a:r>
              <a:rPr lang="en-IN" sz="4800" dirty="0"/>
              <a:t>.</a:t>
            </a:r>
          </a:p>
          <a:p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00ACF-B8F9-4B16-DF67-F736242D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476591"/>
            <a:ext cx="6302002" cy="7333817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23E5E863-82F3-DECB-E0EE-0555B66FDB0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flipH="1">
            <a:off x="1371600" y="5448300"/>
            <a:ext cx="4495800" cy="421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74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7413F-DD07-B2B0-BE12-94B45ADCB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2957" y="1011705"/>
            <a:ext cx="8310563" cy="7386638"/>
          </a:xfrm>
        </p:spPr>
        <p:txBody>
          <a:bodyPr/>
          <a:lstStyle/>
          <a:p>
            <a:r>
              <a:rPr lang="en-IN" sz="4800" dirty="0"/>
              <a:t>3. Under the </a:t>
            </a:r>
            <a:r>
              <a:rPr lang="en-IN" sz="4800" b="1" dirty="0"/>
              <a:t>Build and deployment</a:t>
            </a:r>
            <a:r>
              <a:rPr lang="en-IN" sz="4800" dirty="0"/>
              <a:t> section, look for the </a:t>
            </a:r>
            <a:r>
              <a:rPr lang="en-IN" sz="4800" b="1" dirty="0"/>
              <a:t>Source</a:t>
            </a:r>
            <a:r>
              <a:rPr lang="en-IN" sz="4800" dirty="0"/>
              <a:t> dropdown. Ensure it is set to </a:t>
            </a:r>
            <a:r>
              <a:rPr lang="en-IN" sz="4800" b="1" dirty="0"/>
              <a:t>Deploy from a branch</a:t>
            </a:r>
            <a:r>
              <a:rPr lang="en-IN" sz="4800" dirty="0"/>
              <a:t>.</a:t>
            </a:r>
          </a:p>
          <a:p>
            <a:endParaRPr lang="en-IN" sz="4800" dirty="0"/>
          </a:p>
          <a:p>
            <a:r>
              <a:rPr lang="en-IN" sz="4800" dirty="0"/>
              <a:t>4. Under </a:t>
            </a:r>
            <a:r>
              <a:rPr lang="en-IN" sz="4800" b="1" dirty="0"/>
              <a:t>Branch</a:t>
            </a:r>
            <a:r>
              <a:rPr lang="en-IN" sz="4800" dirty="0"/>
              <a:t>, change the dropdown from </a:t>
            </a:r>
            <a:r>
              <a:rPr lang="en-IN" sz="4800" i="1" dirty="0"/>
              <a:t>None</a:t>
            </a:r>
            <a:r>
              <a:rPr lang="en-IN" sz="4800" dirty="0"/>
              <a:t> to </a:t>
            </a:r>
            <a:r>
              <a:rPr lang="en-IN" sz="4800" b="1" dirty="0"/>
              <a:t>main</a:t>
            </a:r>
            <a:r>
              <a:rPr lang="en-IN" sz="4800" dirty="0"/>
              <a:t> (or </a:t>
            </a:r>
            <a:r>
              <a:rPr lang="en-IN" sz="4800" i="1" dirty="0"/>
              <a:t>master</a:t>
            </a:r>
            <a:r>
              <a:rPr lang="en-IN" sz="4800" dirty="0"/>
              <a:t>), leave the folder as / (root), and click </a:t>
            </a:r>
            <a:r>
              <a:rPr lang="en-IN" sz="4800" b="1" dirty="0"/>
              <a:t>Save</a:t>
            </a:r>
            <a:r>
              <a:rPr lang="en-IN" sz="4800" dirty="0"/>
              <a:t>.  </a:t>
            </a:r>
          </a:p>
          <a:p>
            <a:endParaRPr lang="en-IN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F838D-8503-261B-CE1A-B5916A8A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175"/>
          <a:stretch>
            <a:fillRect/>
          </a:stretch>
        </p:blipFill>
        <p:spPr>
          <a:xfrm>
            <a:off x="9525000" y="876300"/>
            <a:ext cx="8185178" cy="502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1187FC-01F1-0D1A-72C3-61A10294B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29" r="56774"/>
          <a:stretch>
            <a:fillRect/>
          </a:stretch>
        </p:blipFill>
        <p:spPr>
          <a:xfrm>
            <a:off x="8305800" y="6819900"/>
            <a:ext cx="8885730" cy="269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2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5CA21-04BB-42CA-E3B1-41B4F97D8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767571"/>
            <a:ext cx="6786563" cy="6740307"/>
          </a:xfrm>
        </p:spPr>
        <p:txBody>
          <a:bodyPr/>
          <a:lstStyle/>
          <a:p>
            <a:r>
              <a:rPr lang="en-US" sz="6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Congratulations</a:t>
            </a:r>
            <a:r>
              <a:rPr lang="en-US" sz="6600" dirty="0"/>
              <a:t> you have hosted you own website on internet for free!!!</a:t>
            </a:r>
          </a:p>
          <a:p>
            <a:endParaRPr lang="en-US" sz="3600" dirty="0"/>
          </a:p>
          <a:p>
            <a:r>
              <a:rPr lang="en-US" sz="3600" i="1" dirty="0"/>
              <a:t>No localhost your website is live. </a:t>
            </a:r>
          </a:p>
          <a:p>
            <a:r>
              <a:rPr lang="en-US" sz="3600" i="1" dirty="0"/>
              <a:t>flex your website with your friends</a:t>
            </a:r>
            <a:endParaRPr lang="en-IN" sz="3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A9CFB-BF22-E94A-8C7C-E5B950F05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443" y="1805671"/>
            <a:ext cx="9774827" cy="586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02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806" y="341122"/>
            <a:ext cx="741553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solidFill>
                  <a:srgbClr val="0D0D0D"/>
                </a:solidFill>
                <a:latin typeface="Calibri"/>
                <a:cs typeface="Calibri"/>
              </a:rPr>
              <a:t>Setting</a:t>
            </a:r>
            <a:r>
              <a:rPr sz="50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000" b="1" dirty="0">
                <a:solidFill>
                  <a:srgbClr val="0D0D0D"/>
                </a:solidFill>
                <a:latin typeface="Calibri"/>
                <a:cs typeface="Calibri"/>
              </a:rPr>
              <a:t>Up</a:t>
            </a:r>
            <a:r>
              <a:rPr sz="50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0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50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000" b="1" dirty="0">
                <a:solidFill>
                  <a:srgbClr val="0D0D0D"/>
                </a:solidFill>
                <a:latin typeface="Calibri"/>
                <a:cs typeface="Calibri"/>
              </a:rPr>
              <a:t>(Quick</a:t>
            </a:r>
            <a:r>
              <a:rPr sz="50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000" b="1" spc="-10" dirty="0">
                <a:solidFill>
                  <a:srgbClr val="0D0D0D"/>
                </a:solidFill>
                <a:latin typeface="Calibri"/>
                <a:cs typeface="Calibri"/>
              </a:rPr>
              <a:t>Setup)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700" y="2309621"/>
            <a:ext cx="86614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5400" b="0" spc="-25" dirty="0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sz="5400" b="0" dirty="0">
                <a:solidFill>
                  <a:srgbClr val="0D0D0D"/>
                </a:solidFill>
                <a:latin typeface="Calibri"/>
                <a:cs typeface="Calibri"/>
              </a:rPr>
              <a:t>	Install</a:t>
            </a:r>
            <a:r>
              <a:rPr sz="5400" b="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5400" b="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0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5400" b="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git-</a:t>
            </a:r>
            <a:r>
              <a:rPr sz="5400" b="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scm.com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082534"/>
            <a:ext cx="16958310" cy="322834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  <a:tabLst>
                <a:tab pos="927100" algn="l"/>
              </a:tabLst>
            </a:pPr>
            <a:r>
              <a:rPr sz="5400" spc="-25" dirty="0">
                <a:solidFill>
                  <a:srgbClr val="0D0D0D"/>
                </a:solidFill>
                <a:latin typeface="Calibri"/>
                <a:cs typeface="Calibri"/>
              </a:rPr>
              <a:t>2.</a:t>
            </a:r>
            <a:r>
              <a:rPr sz="5400" dirty="0">
                <a:solidFill>
                  <a:srgbClr val="0D0D0D"/>
                </a:solidFill>
                <a:latin typeface="Calibri"/>
                <a:cs typeface="Calibri"/>
              </a:rPr>
              <a:t>	Configure</a:t>
            </a:r>
            <a:r>
              <a:rPr sz="54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0D0D0D"/>
                </a:solidFill>
                <a:latin typeface="Calibri"/>
                <a:cs typeface="Calibri"/>
              </a:rPr>
              <a:t>user</a:t>
            </a:r>
            <a:r>
              <a:rPr sz="54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spc="-10" dirty="0">
                <a:solidFill>
                  <a:srgbClr val="0D0D0D"/>
                </a:solidFill>
                <a:latin typeface="Calibri"/>
                <a:cs typeface="Calibri"/>
              </a:rPr>
              <a:t>info:</a:t>
            </a:r>
            <a:endParaRPr sz="5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4400" dirty="0">
                <a:latin typeface="Consolas"/>
                <a:cs typeface="Consolas"/>
              </a:rPr>
              <a:t>git</a:t>
            </a:r>
            <a:r>
              <a:rPr sz="4400" spc="-125" dirty="0">
                <a:latin typeface="Consolas"/>
                <a:cs typeface="Consolas"/>
              </a:rPr>
              <a:t> </a:t>
            </a:r>
            <a:r>
              <a:rPr sz="4400" dirty="0">
                <a:latin typeface="Consolas"/>
                <a:cs typeface="Consolas"/>
              </a:rPr>
              <a:t>config</a:t>
            </a:r>
            <a:r>
              <a:rPr sz="4400" spc="-120" dirty="0">
                <a:latin typeface="Consolas"/>
                <a:cs typeface="Consolas"/>
              </a:rPr>
              <a:t> </a:t>
            </a:r>
            <a:r>
              <a:rPr sz="4400" spc="-30" dirty="0">
                <a:latin typeface="Consolas"/>
                <a:cs typeface="Consolas"/>
              </a:rPr>
              <a:t>--</a:t>
            </a:r>
            <a:r>
              <a:rPr sz="4400" dirty="0">
                <a:latin typeface="Consolas"/>
                <a:cs typeface="Consolas"/>
              </a:rPr>
              <a:t>global</a:t>
            </a:r>
            <a:r>
              <a:rPr sz="4400" spc="-114" dirty="0">
                <a:latin typeface="Consolas"/>
                <a:cs typeface="Consolas"/>
              </a:rPr>
              <a:t> </a:t>
            </a:r>
            <a:r>
              <a:rPr sz="4400" dirty="0">
                <a:latin typeface="Consolas"/>
                <a:cs typeface="Consolas"/>
              </a:rPr>
              <a:t>user.name</a:t>
            </a:r>
            <a:r>
              <a:rPr sz="4400" spc="-150" dirty="0">
                <a:latin typeface="Consolas"/>
                <a:cs typeface="Consolas"/>
              </a:rPr>
              <a:t> </a:t>
            </a:r>
            <a:r>
              <a:rPr sz="4400" dirty="0">
                <a:solidFill>
                  <a:srgbClr val="50A04F"/>
                </a:solidFill>
                <a:latin typeface="Consolas"/>
                <a:cs typeface="Consolas"/>
              </a:rPr>
              <a:t>"Your</a:t>
            </a:r>
            <a:r>
              <a:rPr sz="4400" spc="-120" dirty="0">
                <a:solidFill>
                  <a:srgbClr val="50A04F"/>
                </a:solidFill>
                <a:latin typeface="Consolas"/>
                <a:cs typeface="Consolas"/>
              </a:rPr>
              <a:t> </a:t>
            </a:r>
            <a:r>
              <a:rPr sz="4400" spc="-10" dirty="0">
                <a:solidFill>
                  <a:srgbClr val="50A04F"/>
                </a:solidFill>
                <a:latin typeface="Consolas"/>
                <a:cs typeface="Consolas"/>
              </a:rPr>
              <a:t>Name"</a:t>
            </a:r>
            <a:endParaRPr sz="4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4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400" dirty="0">
                <a:latin typeface="Consolas"/>
                <a:cs typeface="Consolas"/>
              </a:rPr>
              <a:t>git</a:t>
            </a:r>
            <a:r>
              <a:rPr sz="4400" spc="-145" dirty="0">
                <a:latin typeface="Consolas"/>
                <a:cs typeface="Consolas"/>
              </a:rPr>
              <a:t> </a:t>
            </a:r>
            <a:r>
              <a:rPr sz="4400" dirty="0">
                <a:latin typeface="Consolas"/>
                <a:cs typeface="Consolas"/>
              </a:rPr>
              <a:t>config</a:t>
            </a:r>
            <a:r>
              <a:rPr sz="4400" spc="-145" dirty="0">
                <a:latin typeface="Consolas"/>
                <a:cs typeface="Consolas"/>
              </a:rPr>
              <a:t> </a:t>
            </a:r>
            <a:r>
              <a:rPr sz="4400" spc="-30" dirty="0">
                <a:latin typeface="Consolas"/>
                <a:cs typeface="Consolas"/>
              </a:rPr>
              <a:t>--</a:t>
            </a:r>
            <a:r>
              <a:rPr sz="4400" dirty="0">
                <a:latin typeface="Consolas"/>
                <a:cs typeface="Consolas"/>
              </a:rPr>
              <a:t>global</a:t>
            </a:r>
            <a:r>
              <a:rPr sz="4400" spc="-155" dirty="0">
                <a:latin typeface="Consolas"/>
                <a:cs typeface="Consolas"/>
              </a:rPr>
              <a:t> </a:t>
            </a:r>
            <a:r>
              <a:rPr sz="4400" dirty="0">
                <a:latin typeface="Consolas"/>
                <a:cs typeface="Consolas"/>
              </a:rPr>
              <a:t>user.email</a:t>
            </a:r>
            <a:r>
              <a:rPr sz="4400" spc="-140" dirty="0">
                <a:latin typeface="Consolas"/>
                <a:cs typeface="Consolas"/>
              </a:rPr>
              <a:t> </a:t>
            </a:r>
            <a:r>
              <a:rPr sz="4400" spc="-10" dirty="0">
                <a:solidFill>
                  <a:srgbClr val="50A04F"/>
                </a:solidFill>
                <a:latin typeface="Consolas"/>
                <a:cs typeface="Consolas"/>
              </a:rPr>
              <a:t>"</a:t>
            </a:r>
            <a:r>
              <a:rPr sz="4400" spc="-10" dirty="0">
                <a:solidFill>
                  <a:srgbClr val="50A04F"/>
                </a:solidFill>
                <a:latin typeface="Consolas"/>
                <a:cs typeface="Consolas"/>
                <a:hlinkClick r:id="rId3"/>
              </a:rPr>
              <a:t>your.email@example.com</a:t>
            </a:r>
            <a:r>
              <a:rPr sz="4400" spc="-10" dirty="0">
                <a:solidFill>
                  <a:srgbClr val="50A04F"/>
                </a:solidFill>
                <a:latin typeface="Consolas"/>
                <a:cs typeface="Consolas"/>
              </a:rPr>
              <a:t>"</a:t>
            </a:r>
            <a:endParaRPr sz="4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806" y="342645"/>
            <a:ext cx="62299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D0D0D"/>
                </a:solidFill>
                <a:latin typeface="Calibri"/>
                <a:cs typeface="Calibri"/>
              </a:rPr>
              <a:t>Starting</a:t>
            </a:r>
            <a:r>
              <a:rPr sz="48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48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8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0D0D0D"/>
                </a:solidFill>
                <a:latin typeface="Calibri"/>
                <a:cs typeface="Calibri"/>
              </a:rPr>
              <a:t>Repository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5980" y="1441805"/>
            <a:ext cx="15169515" cy="7611058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361950" indent="-333375">
              <a:lnSpc>
                <a:spcPct val="100000"/>
              </a:lnSpc>
              <a:spcBef>
                <a:spcPts val="1310"/>
              </a:spcBef>
              <a:buSzPct val="98611"/>
              <a:buFont typeface="Arial MT"/>
              <a:buChar char="•"/>
              <a:tabLst>
                <a:tab pos="361950" algn="l"/>
              </a:tabLst>
            </a:pP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Initialize</a:t>
            </a:r>
            <a:r>
              <a:rPr sz="72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7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Git</a:t>
            </a:r>
            <a:r>
              <a:rPr sz="72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repo</a:t>
            </a:r>
            <a:r>
              <a:rPr sz="7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spc="-10" dirty="0">
                <a:solidFill>
                  <a:schemeClr val="tx1"/>
                </a:solidFill>
                <a:latin typeface="Calibri"/>
                <a:cs typeface="Calibri"/>
              </a:rPr>
              <a:t>locally:</a:t>
            </a:r>
            <a:endParaRPr sz="7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  <a:spcBef>
                <a:spcPts val="1210"/>
              </a:spcBef>
            </a:pP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git</a:t>
            </a:r>
            <a:r>
              <a:rPr sz="7200" spc="-11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spc="-20" dirty="0">
                <a:solidFill>
                  <a:schemeClr val="tx1"/>
                </a:solidFill>
                <a:latin typeface="Consolas"/>
                <a:cs typeface="Consolas"/>
              </a:rPr>
              <a:t>init</a:t>
            </a:r>
            <a:endParaRPr sz="7200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870585" indent="-85788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870585" algn="l"/>
              </a:tabLst>
            </a:pP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Add</a:t>
            </a:r>
            <a:r>
              <a:rPr sz="7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files</a:t>
            </a:r>
            <a:r>
              <a:rPr sz="7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72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staging</a:t>
            </a:r>
            <a:r>
              <a:rPr sz="72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7200" spc="-10" dirty="0">
                <a:solidFill>
                  <a:schemeClr val="tx1"/>
                </a:solidFill>
                <a:latin typeface="Calibri"/>
                <a:cs typeface="Calibri"/>
              </a:rPr>
              <a:t>area:</a:t>
            </a:r>
            <a:endParaRPr sz="7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git</a:t>
            </a:r>
            <a:r>
              <a:rPr sz="7200" spc="-12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add</a:t>
            </a:r>
            <a:r>
              <a:rPr sz="7200" spc="-12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spc="-10" dirty="0">
                <a:solidFill>
                  <a:schemeClr val="tx1"/>
                </a:solidFill>
                <a:latin typeface="Consolas"/>
                <a:cs typeface="Consolas"/>
              </a:rPr>
              <a:t>filename.txt</a:t>
            </a:r>
            <a:endParaRPr sz="7200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915669" indent="-85788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915669" algn="l"/>
              </a:tabLst>
            </a:pPr>
            <a:r>
              <a:rPr sz="7200" dirty="0">
                <a:solidFill>
                  <a:schemeClr val="tx1"/>
                </a:solidFill>
                <a:latin typeface="Calibri"/>
                <a:cs typeface="Calibri"/>
              </a:rPr>
              <a:t>Commit </a:t>
            </a:r>
            <a:r>
              <a:rPr sz="7200" spc="-10" dirty="0">
                <a:solidFill>
                  <a:schemeClr val="tx1"/>
                </a:solidFill>
                <a:latin typeface="Calibri"/>
                <a:cs typeface="Calibri"/>
              </a:rPr>
              <a:t>files:</a:t>
            </a:r>
            <a:endParaRPr sz="72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50"/>
              </a:spcBef>
            </a:pP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git</a:t>
            </a:r>
            <a:r>
              <a:rPr sz="7200" spc="-17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commit</a:t>
            </a:r>
            <a:r>
              <a:rPr sz="7200" spc="-145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spc="-35" dirty="0">
                <a:solidFill>
                  <a:schemeClr val="tx1"/>
                </a:solidFill>
                <a:latin typeface="Consolas"/>
                <a:cs typeface="Consolas"/>
              </a:rPr>
              <a:t>-</a:t>
            </a: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m</a:t>
            </a:r>
            <a:r>
              <a:rPr sz="7200" spc="-17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dirty="0">
                <a:solidFill>
                  <a:schemeClr val="tx1"/>
                </a:solidFill>
                <a:latin typeface="Consolas"/>
                <a:cs typeface="Consolas"/>
              </a:rPr>
              <a:t>"Initial</a:t>
            </a:r>
            <a:r>
              <a:rPr sz="7200" spc="-170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7200" spc="-10" dirty="0">
                <a:solidFill>
                  <a:schemeClr val="tx1"/>
                </a:solidFill>
                <a:latin typeface="Consolas"/>
                <a:cs typeface="Consolas"/>
              </a:rPr>
              <a:t>commit"</a:t>
            </a:r>
            <a:endParaRPr sz="7200" dirty="0">
              <a:solidFill>
                <a:schemeClr val="tx1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063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5200" dirty="0">
                <a:solidFill>
                  <a:srgbClr val="0D0D0D"/>
                </a:solidFill>
                <a:latin typeface="Calibri"/>
                <a:cs typeface="Calibri"/>
              </a:rPr>
              <a:t>Creating</a:t>
            </a:r>
            <a:r>
              <a:rPr sz="52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2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52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200" dirty="0">
                <a:solidFill>
                  <a:srgbClr val="0D0D0D"/>
                </a:solidFill>
                <a:latin typeface="Calibri"/>
                <a:cs typeface="Calibri"/>
              </a:rPr>
              <a:t>Cloning</a:t>
            </a:r>
            <a:r>
              <a:rPr sz="5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2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5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20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r>
              <a:rPr sz="5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200" spc="-10" dirty="0">
                <a:solidFill>
                  <a:srgbClr val="0D0D0D"/>
                </a:solidFill>
                <a:latin typeface="Calibri"/>
                <a:cs typeface="Calibri"/>
              </a:rPr>
              <a:t>Repository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153015"/>
            <a:ext cx="14864080" cy="42926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78765" indent="-274955">
              <a:lnSpc>
                <a:spcPct val="100000"/>
              </a:lnSpc>
              <a:spcBef>
                <a:spcPts val="1295"/>
              </a:spcBef>
              <a:buSzPct val="98333"/>
              <a:buFont typeface="Arial MT"/>
              <a:buChar char="•"/>
              <a:tabLst>
                <a:tab pos="2787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6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60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repo</a:t>
            </a:r>
            <a:r>
              <a:rPr sz="60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6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r>
              <a:rPr sz="60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at</a:t>
            </a:r>
            <a:r>
              <a:rPr sz="6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github.com/new</a:t>
            </a:r>
            <a:endParaRPr sz="6000">
              <a:latin typeface="Calibri"/>
              <a:cs typeface="Calibri"/>
            </a:endParaRPr>
          </a:p>
          <a:p>
            <a:pPr marL="278765" indent="-274955">
              <a:lnSpc>
                <a:spcPct val="100000"/>
              </a:lnSpc>
              <a:spcBef>
                <a:spcPts val="1200"/>
              </a:spcBef>
              <a:buSzPct val="98333"/>
              <a:buFont typeface="Arial MT"/>
              <a:buChar char="•"/>
              <a:tabLst>
                <a:tab pos="2787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Copy</a:t>
            </a:r>
            <a:r>
              <a:rPr sz="6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repo</a:t>
            </a:r>
            <a:r>
              <a:rPr sz="60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URL</a:t>
            </a:r>
            <a:r>
              <a:rPr sz="6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(HTTPS</a:t>
            </a:r>
            <a:r>
              <a:rPr sz="6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6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20" dirty="0">
                <a:solidFill>
                  <a:srgbClr val="0D0D0D"/>
                </a:solidFill>
                <a:latin typeface="Calibri"/>
                <a:cs typeface="Calibri"/>
              </a:rPr>
              <a:t>SSH)</a:t>
            </a:r>
            <a:endParaRPr sz="6000">
              <a:latin typeface="Calibri"/>
              <a:cs typeface="Calibri"/>
            </a:endParaRPr>
          </a:p>
          <a:p>
            <a:pPr marL="278765" indent="-274955">
              <a:lnSpc>
                <a:spcPct val="100000"/>
              </a:lnSpc>
              <a:spcBef>
                <a:spcPts val="1205"/>
              </a:spcBef>
              <a:buSzPct val="98333"/>
              <a:buFont typeface="Arial MT"/>
              <a:buChar char="•"/>
              <a:tabLst>
                <a:tab pos="2787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Clone</a:t>
            </a:r>
            <a:r>
              <a:rPr sz="60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60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local</a:t>
            </a:r>
            <a:r>
              <a:rPr sz="60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machine:</a:t>
            </a:r>
            <a:endParaRPr sz="6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git clone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  <a:hlinkClick r:id="rId2"/>
              </a:rPr>
              <a:t>https://github.com/username/repo.git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06" y="325881"/>
            <a:ext cx="340804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70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000" spc="-10" dirty="0">
                <a:solidFill>
                  <a:srgbClr val="0D0D0D"/>
                </a:solidFill>
                <a:latin typeface="Calibri"/>
                <a:cs typeface="Calibri"/>
              </a:rPr>
              <a:t>Clone</a:t>
            </a:r>
            <a:endParaRPr sz="7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372" y="1614270"/>
            <a:ext cx="7897495" cy="758570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What</a:t>
            </a:r>
            <a:r>
              <a:rPr sz="32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2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clone?</a:t>
            </a:r>
            <a:endParaRPr sz="3200">
              <a:latin typeface="Calibri"/>
              <a:cs typeface="Calibri"/>
            </a:endParaRPr>
          </a:p>
          <a:p>
            <a:pPr marL="12700" marR="999490" indent="-8255">
              <a:lnSpc>
                <a:spcPct val="100000"/>
              </a:lnSpc>
              <a:spcBef>
                <a:spcPts val="600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	git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clone</a:t>
            </a:r>
            <a:r>
              <a:rPr sz="32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32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command</a:t>
            </a:r>
            <a:r>
              <a:rPr sz="32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to create</a:t>
            </a:r>
            <a:r>
              <a:rPr sz="32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 local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copy</a:t>
            </a:r>
            <a:r>
              <a:rPr sz="32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an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existing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 repository.</a:t>
            </a:r>
            <a:endParaRPr sz="3200">
              <a:latin typeface="Calibri"/>
              <a:cs typeface="Calibri"/>
            </a:endParaRPr>
          </a:p>
          <a:p>
            <a:pPr marL="12700" marR="22860" indent="-7620">
              <a:lnSpc>
                <a:spcPct val="100000"/>
              </a:lnSpc>
              <a:spcBef>
                <a:spcPts val="1200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	It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downloads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entire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repository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—</a:t>
            </a:r>
            <a:r>
              <a:rPr sz="32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including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all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files,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commits,</a:t>
            </a:r>
            <a:r>
              <a:rPr sz="32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branches,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32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history.</a:t>
            </a:r>
            <a:endParaRPr sz="3200">
              <a:latin typeface="Calibri"/>
              <a:cs typeface="Calibri"/>
            </a:endParaRPr>
          </a:p>
          <a:p>
            <a:pPr marL="12700" marR="284480" indent="-8255">
              <a:lnSpc>
                <a:spcPct val="100000"/>
              </a:lnSpc>
              <a:spcBef>
                <a:spcPts val="1200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	The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cloned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repo</a:t>
            </a:r>
            <a:r>
              <a:rPr sz="32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will</a:t>
            </a:r>
            <a:r>
              <a:rPr sz="32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automatically</a:t>
            </a:r>
            <a:r>
              <a:rPr sz="32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have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the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origin</a:t>
            </a:r>
            <a:r>
              <a:rPr sz="32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set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URL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32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cloned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from.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D0D0D"/>
              </a:buClr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0D0D0D"/>
              </a:buClr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When</a:t>
            </a:r>
            <a:r>
              <a:rPr sz="32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use</a:t>
            </a:r>
            <a:r>
              <a:rPr sz="32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2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clone?</a:t>
            </a:r>
            <a:endParaRPr sz="3200">
              <a:latin typeface="Calibri"/>
              <a:cs typeface="Calibri"/>
            </a:endParaRPr>
          </a:p>
          <a:p>
            <a:pPr marL="12700" marR="5080" indent="-8255">
              <a:lnSpc>
                <a:spcPct val="100000"/>
              </a:lnSpc>
              <a:spcBef>
                <a:spcPts val="600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	When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want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2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start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working</a:t>
            </a:r>
            <a:r>
              <a:rPr sz="32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32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an</a:t>
            </a:r>
            <a:r>
              <a:rPr sz="32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existing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project</a:t>
            </a:r>
            <a:r>
              <a:rPr sz="32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hosted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3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(or</a:t>
            </a:r>
            <a:r>
              <a:rPr sz="3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any</a:t>
            </a:r>
            <a:r>
              <a:rPr sz="3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2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server).</a:t>
            </a:r>
            <a:endParaRPr sz="3200">
              <a:latin typeface="Calibri"/>
              <a:cs typeface="Calibri"/>
            </a:endParaRPr>
          </a:p>
          <a:p>
            <a:pPr marL="12700" marR="507365" indent="-8255">
              <a:lnSpc>
                <a:spcPct val="100000"/>
              </a:lnSpc>
              <a:spcBef>
                <a:spcPts val="1205"/>
              </a:spcBef>
              <a:buSzPct val="96875"/>
              <a:buFont typeface="Arial MT"/>
              <a:buChar char="•"/>
              <a:tabLst>
                <a:tab pos="155575" algn="l"/>
              </a:tabLst>
            </a:pP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	Instead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3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creating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32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new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repo,</a:t>
            </a:r>
            <a:r>
              <a:rPr sz="32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copy</a:t>
            </a:r>
            <a:r>
              <a:rPr sz="32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an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existing</a:t>
            </a:r>
            <a:r>
              <a:rPr sz="32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one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2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32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D0D0D"/>
                </a:solidFill>
                <a:latin typeface="Calibri"/>
                <a:cs typeface="Calibri"/>
              </a:rPr>
              <a:t>local</a:t>
            </a:r>
            <a:r>
              <a:rPr sz="3200" spc="-10" dirty="0">
                <a:solidFill>
                  <a:srgbClr val="0D0D0D"/>
                </a:solidFill>
                <a:latin typeface="Calibri"/>
                <a:cs typeface="Calibri"/>
              </a:rPr>
              <a:t> machine.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47707" y="1433575"/>
            <a:ext cx="7869555" cy="835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folder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want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clone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repo</a:t>
            </a:r>
            <a:endParaRPr sz="32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cd </a:t>
            </a:r>
            <a:r>
              <a:rPr sz="3200" spc="-10" dirty="0">
                <a:latin typeface="Calibri"/>
                <a:cs typeface="Calibri"/>
              </a:rPr>
              <a:t>projectfolder</a:t>
            </a:r>
            <a:endParaRPr sz="3200">
              <a:latin typeface="Calibri"/>
              <a:cs typeface="Calibri"/>
            </a:endParaRPr>
          </a:p>
          <a:p>
            <a:pPr marL="71120" marR="5043170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Clone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repo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clone</a:t>
            </a:r>
            <a:endParaRPr sz="32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sz="3200" spc="-10" dirty="0">
                <a:latin typeface="Calibri"/>
                <a:cs typeface="Calibri"/>
                <a:hlinkClick r:id="rId2"/>
              </a:rPr>
              <a:t>https://github.com/username/reponame.git</a:t>
            </a:r>
            <a:endParaRPr sz="3200">
              <a:latin typeface="Calibri"/>
              <a:cs typeface="Calibri"/>
            </a:endParaRPr>
          </a:p>
          <a:p>
            <a:pPr marL="71120" marR="2359660">
              <a:lnSpc>
                <a:spcPct val="100000"/>
              </a:lnSpc>
              <a:spcBef>
                <a:spcPts val="144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Move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 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cloned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directory </a:t>
            </a:r>
            <a:r>
              <a:rPr sz="3200" dirty="0">
                <a:latin typeface="Calibri"/>
                <a:cs typeface="Calibri"/>
              </a:rPr>
              <a:t>cd </a:t>
            </a:r>
            <a:r>
              <a:rPr sz="3200" spc="-10" dirty="0">
                <a:latin typeface="Calibri"/>
                <a:cs typeface="Calibri"/>
              </a:rPr>
              <a:t>reponame</a:t>
            </a:r>
            <a:endParaRPr sz="3200">
              <a:latin typeface="Calibri"/>
              <a:cs typeface="Calibri"/>
            </a:endParaRPr>
          </a:p>
          <a:p>
            <a:pPr marL="71120" marR="5189855">
              <a:lnSpc>
                <a:spcPct val="100000"/>
              </a:lnSpc>
              <a:spcBef>
                <a:spcPts val="132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Check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remote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remote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2800" b="1" dirty="0">
                <a:latin typeface="Arial"/>
                <a:cs typeface="Arial"/>
              </a:rPr>
              <a:t>Common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next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steps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after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cloning:</a:t>
            </a:r>
            <a:endParaRPr sz="2800">
              <a:latin typeface="Arial"/>
              <a:cs typeface="Arial"/>
            </a:endParaRPr>
          </a:p>
          <a:p>
            <a:pPr marL="118745" indent="-117475">
              <a:lnSpc>
                <a:spcPts val="2870"/>
              </a:lnSpc>
              <a:spcBef>
                <a:spcPts val="15"/>
              </a:spcBef>
              <a:buSzPct val="93750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Pull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latest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needed):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345"/>
              </a:lnSpc>
            </a:pPr>
            <a:r>
              <a:rPr sz="2800" dirty="0">
                <a:latin typeface="Arial MT"/>
                <a:cs typeface="Arial MT"/>
              </a:rPr>
              <a:t>git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pull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main</a:t>
            </a:r>
            <a:endParaRPr sz="2800">
              <a:latin typeface="Arial MT"/>
              <a:cs typeface="Arial MT"/>
            </a:endParaRPr>
          </a:p>
          <a:p>
            <a:pPr marL="172085" indent="-170180">
              <a:lnSpc>
                <a:spcPts val="4310"/>
              </a:lnSpc>
              <a:buSzPct val="95833"/>
              <a:buChar char="•"/>
              <a:tabLst>
                <a:tab pos="172085" algn="l"/>
              </a:tabLst>
            </a:pPr>
            <a:r>
              <a:rPr sz="3600" dirty="0">
                <a:latin typeface="Arial MT"/>
                <a:cs typeface="Arial MT"/>
              </a:rPr>
              <a:t>Make</a:t>
            </a:r>
            <a:r>
              <a:rPr sz="3600" spc="-2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changes,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then:</a:t>
            </a:r>
            <a:endParaRPr sz="3600">
              <a:latin typeface="Arial MT"/>
              <a:cs typeface="Arial MT"/>
            </a:endParaRPr>
          </a:p>
          <a:p>
            <a:pPr marL="12700" marR="455295"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latin typeface="Arial MT"/>
                <a:cs typeface="Arial MT"/>
              </a:rPr>
              <a:t>git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commit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"Your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commit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message" </a:t>
            </a:r>
            <a:r>
              <a:rPr sz="2800" dirty="0">
                <a:latin typeface="Arial MT"/>
                <a:cs typeface="Arial MT"/>
              </a:rPr>
              <a:t>git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push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origin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main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078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Pushing</a:t>
            </a:r>
            <a:r>
              <a:rPr sz="6000" spc="-1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6000" spc="-1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6000" spc="-1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endParaRPr sz="6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450" y="4103435"/>
          <a:ext cx="10805158" cy="144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2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716915" indent="-685165">
                        <a:lnSpc>
                          <a:spcPts val="5305"/>
                        </a:lnSpc>
                        <a:buFont typeface="Arial MT"/>
                        <a:buChar char="•"/>
                        <a:tabLst>
                          <a:tab pos="716915" algn="l"/>
                        </a:tabLst>
                      </a:pPr>
                      <a:r>
                        <a:rPr sz="4800" spc="-25" dirty="0">
                          <a:latin typeface="Consolas"/>
                          <a:cs typeface="Consolas"/>
                        </a:rPr>
                        <a:t>git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5305"/>
                        </a:lnSpc>
                      </a:pPr>
                      <a:r>
                        <a:rPr sz="4800" spc="-10" dirty="0">
                          <a:latin typeface="Consolas"/>
                          <a:cs typeface="Consolas"/>
                        </a:rPr>
                        <a:t>commit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6370" marR="3175">
                        <a:lnSpc>
                          <a:spcPts val="5305"/>
                        </a:lnSpc>
                      </a:pPr>
                      <a:r>
                        <a:rPr sz="4800" spc="-15" dirty="0">
                          <a:latin typeface="Consolas"/>
                          <a:cs typeface="Consolas"/>
                        </a:rPr>
                        <a:t>-</a:t>
                      </a:r>
                      <a:r>
                        <a:rPr sz="4800" spc="-50" dirty="0">
                          <a:latin typeface="Consolas"/>
                          <a:cs typeface="Consolas"/>
                        </a:rPr>
                        <a:t>m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0020" algn="ctr">
                        <a:lnSpc>
                          <a:spcPts val="5305"/>
                        </a:lnSpc>
                      </a:pPr>
                      <a:r>
                        <a:rPr sz="4800" spc="-10" dirty="0">
                          <a:latin typeface="Consolas"/>
                          <a:cs typeface="Consolas"/>
                        </a:rPr>
                        <a:t>"Initial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5305"/>
                        </a:lnSpc>
                      </a:pPr>
                      <a:r>
                        <a:rPr sz="4800" spc="-10" dirty="0">
                          <a:latin typeface="Consolas"/>
                          <a:cs typeface="Consolas"/>
                        </a:rPr>
                        <a:t>commit"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716915" indent="-685165">
                        <a:lnSpc>
                          <a:spcPts val="5395"/>
                        </a:lnSpc>
                        <a:buFont typeface="Arial MT"/>
                        <a:buChar char="•"/>
                        <a:tabLst>
                          <a:tab pos="716915" algn="l"/>
                        </a:tabLst>
                      </a:pPr>
                      <a:r>
                        <a:rPr sz="4800" spc="-25" dirty="0">
                          <a:latin typeface="Consolas"/>
                          <a:cs typeface="Consolas"/>
                        </a:rPr>
                        <a:t>git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395"/>
                        </a:lnSpc>
                      </a:pPr>
                      <a:r>
                        <a:rPr sz="4800" spc="-10" dirty="0">
                          <a:latin typeface="Consolas"/>
                          <a:cs typeface="Consolas"/>
                        </a:rPr>
                        <a:t>remote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5395"/>
                        </a:lnSpc>
                      </a:pPr>
                      <a:r>
                        <a:rPr sz="4800" spc="-25" dirty="0">
                          <a:latin typeface="Consolas"/>
                          <a:cs typeface="Consolas"/>
                        </a:rPr>
                        <a:t>add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9225" algn="ctr">
                        <a:lnSpc>
                          <a:spcPts val="5395"/>
                        </a:lnSpc>
                      </a:pPr>
                      <a:r>
                        <a:rPr sz="4800" spc="-10" dirty="0">
                          <a:latin typeface="Consolas"/>
                          <a:cs typeface="Consolas"/>
                        </a:rPr>
                        <a:t>origin</a:t>
                      </a:r>
                      <a:endParaRPr sz="4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25500" y="1838020"/>
            <a:ext cx="14234160" cy="722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97865" algn="l"/>
              </a:tabLst>
            </a:pPr>
            <a:r>
              <a:rPr sz="4800" dirty="0">
                <a:latin typeface="Consolas"/>
                <a:cs typeface="Consolas"/>
              </a:rPr>
              <a:t>cd </a:t>
            </a:r>
            <a:r>
              <a:rPr sz="4800" spc="-10" dirty="0">
                <a:latin typeface="Consolas"/>
                <a:cs typeface="Consolas"/>
              </a:rPr>
              <a:t>/path/to/your/project</a:t>
            </a:r>
            <a:endParaRPr sz="4800">
              <a:latin typeface="Consolas"/>
              <a:cs typeface="Consolas"/>
            </a:endParaRPr>
          </a:p>
          <a:p>
            <a:pPr marL="697865" indent="-6851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7865" algn="l"/>
              </a:tabLst>
            </a:pPr>
            <a:r>
              <a:rPr sz="4800" dirty="0">
                <a:latin typeface="Consolas"/>
                <a:cs typeface="Consolas"/>
              </a:rPr>
              <a:t>git</a:t>
            </a:r>
            <a:r>
              <a:rPr sz="4800" spc="-25" dirty="0">
                <a:latin typeface="Consolas"/>
                <a:cs typeface="Consolas"/>
              </a:rPr>
              <a:t> </a:t>
            </a:r>
            <a:r>
              <a:rPr sz="4800" spc="-20" dirty="0">
                <a:latin typeface="Consolas"/>
                <a:cs typeface="Consolas"/>
              </a:rPr>
              <a:t>init</a:t>
            </a:r>
            <a:endParaRPr sz="4800">
              <a:latin typeface="Consolas"/>
              <a:cs typeface="Consolas"/>
            </a:endParaRPr>
          </a:p>
          <a:p>
            <a:pPr marL="697865" indent="-6851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sz="4800" dirty="0">
                <a:latin typeface="Consolas"/>
                <a:cs typeface="Consolas"/>
              </a:rPr>
              <a:t>git add </a:t>
            </a:r>
            <a:r>
              <a:rPr sz="4800" spc="-50" dirty="0">
                <a:latin typeface="Consolas"/>
                <a:cs typeface="Consolas"/>
              </a:rPr>
              <a:t>.</a:t>
            </a:r>
            <a:endParaRPr sz="4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4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Arial MT"/>
              <a:buChar char="•"/>
            </a:pPr>
            <a:endParaRPr sz="4800">
              <a:latin typeface="Consolas"/>
              <a:cs typeface="Consolas"/>
            </a:endParaRPr>
          </a:p>
          <a:p>
            <a:pPr marL="698500">
              <a:lnSpc>
                <a:spcPct val="100000"/>
              </a:lnSpc>
            </a:pPr>
            <a:r>
              <a:rPr sz="4800" spc="-10" dirty="0">
                <a:latin typeface="Consolas"/>
                <a:cs typeface="Consolas"/>
                <a:hlinkClick r:id="rId2"/>
              </a:rPr>
              <a:t>https://github.com/username/repo.git</a:t>
            </a:r>
            <a:endParaRPr sz="4800">
              <a:latin typeface="Consolas"/>
              <a:cs typeface="Consolas"/>
            </a:endParaRPr>
          </a:p>
          <a:p>
            <a:pPr marL="697865" indent="-6851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sz="4800" dirty="0">
                <a:latin typeface="Consolas"/>
                <a:cs typeface="Consolas"/>
              </a:rPr>
              <a:t>git</a:t>
            </a:r>
            <a:r>
              <a:rPr sz="4800" spc="-5" dirty="0">
                <a:latin typeface="Consolas"/>
                <a:cs typeface="Consolas"/>
              </a:rPr>
              <a:t> </a:t>
            </a:r>
            <a:r>
              <a:rPr sz="4800" dirty="0">
                <a:latin typeface="Consolas"/>
                <a:cs typeface="Consolas"/>
              </a:rPr>
              <a:t>push</a:t>
            </a:r>
            <a:r>
              <a:rPr sz="4800" spc="-40" dirty="0">
                <a:latin typeface="Consolas"/>
                <a:cs typeface="Consolas"/>
              </a:rPr>
              <a:t> </a:t>
            </a:r>
            <a:r>
              <a:rPr sz="4800" spc="-10" dirty="0">
                <a:latin typeface="Consolas"/>
                <a:cs typeface="Consolas"/>
              </a:rPr>
              <a:t>-</a:t>
            </a:r>
            <a:r>
              <a:rPr sz="4800" dirty="0">
                <a:latin typeface="Consolas"/>
                <a:cs typeface="Consolas"/>
              </a:rPr>
              <a:t>u</a:t>
            </a:r>
            <a:r>
              <a:rPr sz="4800" spc="-5" dirty="0">
                <a:latin typeface="Consolas"/>
                <a:cs typeface="Consolas"/>
              </a:rPr>
              <a:t> </a:t>
            </a:r>
            <a:r>
              <a:rPr sz="4800" dirty="0">
                <a:latin typeface="Consolas"/>
                <a:cs typeface="Consolas"/>
              </a:rPr>
              <a:t>origin </a:t>
            </a:r>
            <a:r>
              <a:rPr sz="4800" spc="-10" dirty="0">
                <a:latin typeface="Consolas"/>
                <a:cs typeface="Consolas"/>
              </a:rPr>
              <a:t>master</a:t>
            </a:r>
            <a:endParaRPr sz="4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4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4800" dirty="0">
                <a:latin typeface="Calibri"/>
                <a:cs typeface="Calibri"/>
              </a:rPr>
              <a:t>Push</a:t>
            </a:r>
            <a:r>
              <a:rPr sz="4800" spc="-20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Guide:</a:t>
            </a:r>
            <a:endParaRPr sz="4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https://github.com/lovnishverma/lovnishverma/blob/main/push.md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3933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0D0D0D"/>
                </a:solidFill>
                <a:latin typeface="Calibri"/>
                <a:cs typeface="Calibri"/>
              </a:rPr>
              <a:t>Pulling</a:t>
            </a:r>
            <a:r>
              <a:rPr sz="72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72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200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72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7200" spc="-10" dirty="0">
                <a:solidFill>
                  <a:srgbClr val="0D0D0D"/>
                </a:solidFill>
                <a:latin typeface="Calibri"/>
                <a:cs typeface="Calibri"/>
              </a:rPr>
              <a:t>GitHub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1831593"/>
            <a:ext cx="15432405" cy="743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7495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287020" algn="l"/>
              </a:tabLst>
            </a:pP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Initialize</a:t>
            </a:r>
            <a:r>
              <a:rPr sz="2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repo</a:t>
            </a:r>
            <a:r>
              <a:rPr sz="2800" b="1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(if</a:t>
            </a:r>
            <a:r>
              <a:rPr sz="28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new):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init</a:t>
            </a:r>
            <a:endParaRPr sz="2800">
              <a:latin typeface="Calibri"/>
              <a:cs typeface="Calibri"/>
            </a:endParaRPr>
          </a:p>
          <a:p>
            <a:pPr marL="287020" indent="-277495">
              <a:lnSpc>
                <a:spcPct val="100000"/>
              </a:lnSpc>
              <a:spcBef>
                <a:spcPts val="1200"/>
              </a:spcBef>
              <a:buSzPct val="96428"/>
              <a:buAutoNum type="arabicPeriod" startAt="2"/>
              <a:tabLst>
                <a:tab pos="287020" algn="l"/>
              </a:tabLst>
            </a:pP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Connect</a:t>
            </a:r>
            <a:r>
              <a:rPr sz="28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2800" b="1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2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add</a:t>
            </a:r>
            <a:r>
              <a:rPr sz="2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origin</a:t>
            </a:r>
            <a:r>
              <a:rPr sz="2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  <a:hlinkClick r:id="rId2"/>
              </a:rPr>
              <a:t>https://github.com/username/repo.git</a:t>
            </a:r>
            <a:endParaRPr sz="2800">
              <a:latin typeface="Calibri"/>
              <a:cs typeface="Calibri"/>
            </a:endParaRPr>
          </a:p>
          <a:p>
            <a:pPr marL="287020" indent="-277495">
              <a:lnSpc>
                <a:spcPct val="100000"/>
              </a:lnSpc>
              <a:spcBef>
                <a:spcPts val="1195"/>
              </a:spcBef>
              <a:buSzPct val="96428"/>
              <a:buAutoNum type="arabicPeriod" startAt="3"/>
              <a:tabLst>
                <a:tab pos="287020" algn="l"/>
              </a:tabLst>
            </a:pP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Pull</a:t>
            </a:r>
            <a:r>
              <a:rPr sz="2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2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2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(to</a:t>
            </a:r>
            <a:r>
              <a:rPr sz="28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get</a:t>
            </a:r>
            <a:r>
              <a:rPr sz="2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latest</a:t>
            </a:r>
            <a:r>
              <a:rPr sz="28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code</a:t>
            </a:r>
            <a:r>
              <a:rPr sz="2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if</a:t>
            </a:r>
            <a:r>
              <a:rPr sz="2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any):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28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pull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origin</a:t>
            </a:r>
            <a:r>
              <a:rPr sz="2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main</a:t>
            </a:r>
            <a:endParaRPr sz="2800">
              <a:latin typeface="Calibri"/>
              <a:cs typeface="Calibri"/>
            </a:endParaRPr>
          </a:p>
          <a:p>
            <a:pPr marL="287655" indent="-278130">
              <a:lnSpc>
                <a:spcPct val="100000"/>
              </a:lnSpc>
              <a:spcBef>
                <a:spcPts val="1205"/>
              </a:spcBef>
              <a:buSzPct val="96428"/>
              <a:buAutoNum type="arabicPeriod" startAt="4"/>
              <a:tabLst>
                <a:tab pos="287655" algn="l"/>
              </a:tabLst>
            </a:pP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Make</a:t>
            </a:r>
            <a:r>
              <a:rPr sz="28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28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287020" indent="-277495">
              <a:lnSpc>
                <a:spcPct val="100000"/>
              </a:lnSpc>
              <a:spcBef>
                <a:spcPts val="1200"/>
              </a:spcBef>
              <a:buSzPct val="96428"/>
              <a:buAutoNum type="arabicPeriod" startAt="4"/>
              <a:tabLst>
                <a:tab pos="287020" algn="l"/>
              </a:tabLst>
            </a:pP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Add,</a:t>
            </a:r>
            <a:r>
              <a:rPr sz="28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commit,</a:t>
            </a:r>
            <a:r>
              <a:rPr sz="28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push</a:t>
            </a:r>
            <a:r>
              <a:rPr sz="28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2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b="1" spc="-10" dirty="0">
                <a:solidFill>
                  <a:srgbClr val="0D0D0D"/>
                </a:solidFill>
                <a:latin typeface="Calibri"/>
                <a:cs typeface="Calibri"/>
              </a:rPr>
              <a:t>Important</a:t>
            </a:r>
            <a:endParaRPr sz="2800">
              <a:latin typeface="Calibri"/>
              <a:cs typeface="Calibri"/>
            </a:endParaRPr>
          </a:p>
          <a:p>
            <a:pPr marL="135255" lvl="1" indent="-133350">
              <a:lnSpc>
                <a:spcPct val="100000"/>
              </a:lnSpc>
              <a:spcBef>
                <a:spcPts val="600"/>
              </a:spcBef>
              <a:buSzPct val="96428"/>
              <a:buFont typeface="Arial MT"/>
              <a:buChar char="•"/>
              <a:tabLst>
                <a:tab pos="135255" algn="l"/>
              </a:tabLst>
            </a:pP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If</a:t>
            </a:r>
            <a:r>
              <a:rPr sz="28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cloned</a:t>
            </a:r>
            <a:r>
              <a:rPr sz="2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repository</a:t>
            </a:r>
            <a:r>
              <a:rPr sz="2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directly</a:t>
            </a:r>
            <a:r>
              <a:rPr sz="2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2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GitHub,</a:t>
            </a:r>
            <a:r>
              <a:rPr sz="28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e.g.: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18400"/>
                </a:solidFill>
                <a:latin typeface="Calibri"/>
                <a:cs typeface="Calibri"/>
              </a:rPr>
              <a:t>clone</a:t>
            </a:r>
            <a:r>
              <a:rPr sz="2800" spc="-35" dirty="0">
                <a:solidFill>
                  <a:srgbClr val="C184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https://github.com/username/repo.git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then</a:t>
            </a:r>
            <a:r>
              <a:rPr sz="2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2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2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already</a:t>
            </a:r>
            <a:r>
              <a:rPr sz="2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0D"/>
                </a:solidFill>
                <a:latin typeface="Calibri"/>
                <a:cs typeface="Calibri"/>
              </a:rPr>
              <a:t>connected</a:t>
            </a:r>
            <a:r>
              <a:rPr sz="28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8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2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don’t</a:t>
            </a:r>
            <a:r>
              <a:rPr sz="28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need</a:t>
            </a:r>
            <a:r>
              <a:rPr sz="2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2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add</a:t>
            </a:r>
            <a:r>
              <a:rPr sz="28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2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Calibri"/>
                <a:cs typeface="Calibri"/>
              </a:rPr>
              <a:t>manually.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29"/>
              </a:spcBef>
            </a:pP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Pull</a:t>
            </a:r>
            <a:r>
              <a:rPr sz="48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Guide:</a:t>
            </a:r>
            <a:r>
              <a:rPr sz="48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https://github.com/lovnishverma/lovnishverma/blob/main/pull.md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06" y="328930"/>
            <a:ext cx="58058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0D0D0D"/>
                </a:solidFill>
                <a:latin typeface="Calibri"/>
                <a:cs typeface="Calibri"/>
              </a:rPr>
              <a:t>Branching</a:t>
            </a:r>
            <a:r>
              <a:rPr sz="66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600" spc="-10" dirty="0">
                <a:solidFill>
                  <a:srgbClr val="0D0D0D"/>
                </a:solidFill>
                <a:latin typeface="Calibri"/>
                <a:cs typeface="Calibri"/>
              </a:rPr>
              <a:t>Basics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17437"/>
            <a:ext cx="8196580" cy="36836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90500" indent="-185420">
              <a:lnSpc>
                <a:spcPct val="100000"/>
              </a:lnSpc>
              <a:spcBef>
                <a:spcPts val="1295"/>
              </a:spcBef>
              <a:buSzPct val="97500"/>
              <a:buFont typeface="Arial MT"/>
              <a:buChar char="•"/>
              <a:tabLst>
                <a:tab pos="190500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=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separate</a:t>
            </a:r>
            <a:r>
              <a:rPr sz="40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line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4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development</a:t>
            </a:r>
            <a:endParaRPr sz="4000">
              <a:latin typeface="Calibri"/>
              <a:cs typeface="Calibri"/>
            </a:endParaRPr>
          </a:p>
          <a:p>
            <a:pPr marL="189865" indent="-185420">
              <a:lnSpc>
                <a:spcPct val="100000"/>
              </a:lnSpc>
              <a:spcBef>
                <a:spcPts val="1200"/>
              </a:spcBef>
              <a:buSzPct val="97500"/>
              <a:buFont typeface="Arial MT"/>
              <a:buChar char="•"/>
              <a:tabLst>
                <a:tab pos="189865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branch:</a:t>
            </a:r>
            <a:endParaRPr sz="4000">
              <a:latin typeface="Calibri"/>
              <a:cs typeface="Calibri"/>
            </a:endParaRPr>
          </a:p>
          <a:p>
            <a:pPr marL="12700" marR="1715135" indent="-7620">
              <a:lnSpc>
                <a:spcPct val="125000"/>
              </a:lnSpc>
              <a:spcBef>
                <a:spcPts val="5"/>
              </a:spcBef>
              <a:buSzPct val="97500"/>
              <a:buFont typeface="Arial MT"/>
              <a:buChar char="•"/>
              <a:tabLst>
                <a:tab pos="190500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	git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checkout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 -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b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feature-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branch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Switch</a:t>
            </a:r>
            <a:r>
              <a:rPr sz="4000" spc="-1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branches: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0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checkout</a:t>
            </a:r>
            <a:r>
              <a:rPr sz="40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master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5108" y="862112"/>
            <a:ext cx="8416925" cy="891159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10"/>
              </a:spcBef>
            </a:pPr>
            <a:r>
              <a:rPr sz="3500" b="1" dirty="0">
                <a:latin typeface="Arial"/>
                <a:cs typeface="Arial"/>
              </a:rPr>
              <a:t>Example</a:t>
            </a:r>
            <a:r>
              <a:rPr sz="3500" b="1" spc="-50" dirty="0">
                <a:latin typeface="Arial"/>
                <a:cs typeface="Arial"/>
              </a:rPr>
              <a:t> </a:t>
            </a:r>
            <a:r>
              <a:rPr sz="3500" b="1" spc="-10" dirty="0">
                <a:latin typeface="Arial"/>
                <a:cs typeface="Arial"/>
              </a:rPr>
              <a:t>Workflow:</a:t>
            </a:r>
            <a:endParaRPr sz="3500">
              <a:latin typeface="Arial"/>
              <a:cs typeface="Arial"/>
            </a:endParaRPr>
          </a:p>
          <a:p>
            <a:pPr marL="12700" marR="1233805">
              <a:lnSpc>
                <a:spcPts val="6000"/>
              </a:lnSpc>
              <a:spcBef>
                <a:spcPts val="345"/>
              </a:spcBef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#</a:t>
            </a:r>
            <a:r>
              <a:rPr sz="4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Create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4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switch</a:t>
            </a:r>
            <a:r>
              <a:rPr sz="4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4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new</a:t>
            </a:r>
            <a:r>
              <a:rPr sz="4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branch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0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checkout</a:t>
            </a:r>
            <a:r>
              <a:rPr sz="40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b</a:t>
            </a:r>
            <a:r>
              <a:rPr sz="40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feature-login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#</a:t>
            </a:r>
            <a:r>
              <a:rPr sz="4000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Work,</a:t>
            </a:r>
            <a:r>
              <a:rPr sz="40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add,</a:t>
            </a:r>
            <a:r>
              <a:rPr sz="4000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commit</a:t>
            </a:r>
            <a:r>
              <a:rPr sz="40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4000" spc="-9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here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4000">
              <a:latin typeface="Calibri"/>
              <a:cs typeface="Calibri"/>
            </a:endParaRPr>
          </a:p>
          <a:p>
            <a:pPr marL="12700" marR="2351405">
              <a:lnSpc>
                <a:spcPct val="125000"/>
              </a:lnSpc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#</a:t>
            </a:r>
            <a:r>
              <a:rPr sz="4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Switch</a:t>
            </a:r>
            <a:r>
              <a:rPr sz="40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back</a:t>
            </a:r>
            <a:r>
              <a:rPr sz="40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40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main</a:t>
            </a:r>
            <a:r>
              <a:rPr sz="4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branch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0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checkout</a:t>
            </a:r>
            <a:r>
              <a:rPr sz="4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main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#</a:t>
            </a:r>
            <a:r>
              <a:rPr sz="40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4000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feature-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login</a:t>
            </a:r>
            <a:r>
              <a:rPr sz="4000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40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into</a:t>
            </a:r>
            <a:r>
              <a:rPr sz="4000" spc="-9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0D0D0D"/>
                </a:solidFill>
                <a:latin typeface="Calibri"/>
                <a:cs typeface="Calibri"/>
              </a:rPr>
              <a:t>main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(optional)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feature-login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430" y="5600750"/>
            <a:ext cx="8366810" cy="422769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6196" y="5760720"/>
          <a:ext cx="7715250" cy="3914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8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Command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branch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&lt;branch-name&gt;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checkout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&lt;branch-name&gt;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714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checkout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&lt;branch-name&gt;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158115" marR="116205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new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43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99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4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85115" marB="0"/>
                </a:tc>
                <a:tc>
                  <a:txBody>
                    <a:bodyPr/>
                    <a:lstStyle/>
                    <a:p>
                      <a:pPr marL="158115" marR="255904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branches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show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branch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06" y="338073"/>
            <a:ext cx="7529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D0D0D"/>
                </a:solidFill>
                <a:latin typeface="Calibri"/>
                <a:cs typeface="Calibri"/>
              </a:rPr>
              <a:t>Making</a:t>
            </a:r>
            <a:r>
              <a:rPr sz="5400" spc="-1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540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5400" spc="-1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spc="-1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3834" y="1466877"/>
            <a:ext cx="5491480" cy="10026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3.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Check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status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to see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changed</a:t>
            </a:r>
            <a:r>
              <a:rPr sz="18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  <a:spcBef>
                <a:spcPts val="615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3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status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55"/>
              </a:lnSpc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Shows</a:t>
            </a:r>
            <a:r>
              <a:rPr sz="18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which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have</a:t>
            </a:r>
            <a:r>
              <a:rPr sz="18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been</a:t>
            </a:r>
            <a:r>
              <a:rPr sz="18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modified,</a:t>
            </a:r>
            <a:r>
              <a:rPr sz="18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added,</a:t>
            </a:r>
            <a:r>
              <a:rPr sz="18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deleted.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834" y="2519933"/>
            <a:ext cx="3409315" cy="21304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AutoNum type="arabicPeriod" startAt="4"/>
              <a:tabLst>
                <a:tab pos="241300" algn="l"/>
              </a:tabLs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Stage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18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for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commit</a:t>
            </a:r>
            <a:endParaRPr sz="1800">
              <a:latin typeface="Calibri"/>
              <a:cs typeface="Calibri"/>
            </a:endParaRPr>
          </a:p>
          <a:p>
            <a:pPr marL="91440" lvl="1" indent="-88900">
              <a:lnSpc>
                <a:spcPct val="100000"/>
              </a:lnSpc>
              <a:spcBef>
                <a:spcPts val="6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Stage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all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changes: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add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Consolas"/>
                <a:cs typeface="Consolas"/>
              </a:rPr>
              <a:t>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18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stage</a:t>
            </a:r>
            <a:r>
              <a:rPr sz="18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specific</a:t>
            </a:r>
            <a:r>
              <a:rPr sz="18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files: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3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add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filename1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filename2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840223"/>
            <a:ext cx="16489680" cy="5029136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21690" y="4971694"/>
          <a:ext cx="16292830" cy="484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8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7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7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31750">
                        <a:lnSpc>
                          <a:spcPts val="3420"/>
                        </a:lnSpc>
                      </a:pPr>
                      <a:r>
                        <a:rPr sz="3600" b="1" spc="-20" dirty="0">
                          <a:latin typeface="Calibri"/>
                          <a:cs typeface="Calibri"/>
                        </a:rPr>
                        <a:t>Step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3420"/>
                        </a:lnSpc>
                      </a:pPr>
                      <a:r>
                        <a:rPr sz="3600" b="1" spc="-10" dirty="0">
                          <a:latin typeface="Calibri"/>
                          <a:cs typeface="Calibri"/>
                        </a:rPr>
                        <a:t>Command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3420"/>
                        </a:lnSpc>
                      </a:pPr>
                      <a:r>
                        <a:rPr sz="36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31750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3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branch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checkout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&lt;branch-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name&gt;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Work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3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desired</a:t>
                      </a:r>
                      <a:r>
                        <a:rPr sz="3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branch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31750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3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status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status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See</a:t>
                      </a:r>
                      <a:r>
                        <a:rPr sz="3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modified</a:t>
                      </a:r>
                      <a:r>
                        <a:rPr sz="3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20" dirty="0">
                          <a:latin typeface="Calibri"/>
                          <a:cs typeface="Calibri"/>
                        </a:rPr>
                        <a:t>files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31750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Stage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changes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&lt;files&gt;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Prepare</a:t>
                      </a:r>
                      <a:r>
                        <a:rPr sz="3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files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commit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31750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Commit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changes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commit</a:t>
                      </a:r>
                      <a:r>
                        <a:rPr sz="3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-m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"message"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3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3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locally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Push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branch</a:t>
                      </a:r>
                      <a:r>
                        <a:rPr sz="3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(first</a:t>
                      </a:r>
                      <a:r>
                        <a:rPr sz="3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time)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5146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push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-u</a:t>
                      </a:r>
                      <a:r>
                        <a:rPr sz="3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origin</a:t>
                      </a:r>
                      <a:r>
                        <a:rPr sz="3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&lt;branch-</a:t>
                      </a:r>
                      <a:endParaRPr sz="3600">
                        <a:latin typeface="Calibri"/>
                        <a:cs typeface="Calibri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3600" spc="-10" dirty="0">
                          <a:latin typeface="Calibri"/>
                          <a:cs typeface="Calibri"/>
                        </a:rPr>
                        <a:t>name&gt;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Upload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branch</a:t>
                      </a:r>
                      <a:r>
                        <a:rPr sz="3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commits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514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1750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Push</a:t>
                      </a:r>
                      <a:r>
                        <a:rPr sz="3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branch</a:t>
                      </a:r>
                      <a:r>
                        <a:rPr sz="3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(after)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20" dirty="0">
                          <a:latin typeface="Calibri"/>
                          <a:cs typeface="Calibri"/>
                        </a:rPr>
                        <a:t>push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9905">
                        <a:lnSpc>
                          <a:spcPts val="4140"/>
                        </a:lnSpc>
                      </a:pPr>
                      <a:r>
                        <a:rPr sz="3600" dirty="0">
                          <a:latin typeface="Calibri"/>
                          <a:cs typeface="Calibri"/>
                        </a:rPr>
                        <a:t>Upload</a:t>
                      </a:r>
                      <a:r>
                        <a:rPr sz="3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3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latin typeface="Calibri"/>
                          <a:cs typeface="Calibri"/>
                        </a:rPr>
                        <a:t>commits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5246" y="1511808"/>
            <a:ext cx="4240530" cy="7302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Switch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1800" b="1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want to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work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checkout</a:t>
            </a:r>
            <a:r>
              <a:rPr sz="1800" spc="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&lt;branch-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name&gt;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246" y="2489454"/>
            <a:ext cx="87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246" y="3039618"/>
            <a:ext cx="32848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checkout</a:t>
            </a:r>
            <a:r>
              <a:rPr sz="1800" spc="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feature-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login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246" y="3662680"/>
            <a:ext cx="3676015" cy="11569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AutoNum type="arabicPeriod" startAt="2"/>
              <a:tabLst>
                <a:tab pos="241300" algn="l"/>
              </a:tabLst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Make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18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800" b="1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marL="91440" lvl="1" indent="-88900">
              <a:lnSpc>
                <a:spcPct val="100000"/>
              </a:lnSpc>
              <a:spcBef>
                <a:spcPts val="600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Open</a:t>
            </a:r>
            <a:r>
              <a:rPr sz="1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1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1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1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editor</a:t>
            </a:r>
            <a:endParaRPr sz="1800">
              <a:latin typeface="Calibri"/>
              <a:cs typeface="Calibri"/>
            </a:endParaRPr>
          </a:p>
          <a:p>
            <a:pPr marL="91440" lvl="1" indent="-88900">
              <a:lnSpc>
                <a:spcPct val="100000"/>
              </a:lnSpc>
              <a:spcBef>
                <a:spcPts val="122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Add</a:t>
            </a:r>
            <a:r>
              <a:rPr sz="1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modify</a:t>
            </a:r>
            <a:r>
              <a:rPr sz="18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code, text,</a:t>
            </a:r>
            <a:r>
              <a:rPr sz="18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1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resources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00029" y="122046"/>
            <a:ext cx="339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5.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Commit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your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changes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descriptive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00029" y="891920"/>
            <a:ext cx="4036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commit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-m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"Add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login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feature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with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form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validation"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00029" y="1667636"/>
            <a:ext cx="316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1800" b="1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push</a:t>
            </a:r>
            <a:r>
              <a:rPr sz="18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-u</a:t>
            </a:r>
            <a:r>
              <a:rPr sz="1800" b="1" spc="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D0D0D"/>
                </a:solidFill>
                <a:latin typeface="Calibri"/>
                <a:cs typeface="Calibri"/>
              </a:rPr>
              <a:t>origin</a:t>
            </a:r>
            <a:r>
              <a:rPr sz="1800" b="1" spc="-10" dirty="0">
                <a:solidFill>
                  <a:srgbClr val="0D0D0D"/>
                </a:solidFill>
                <a:latin typeface="Calibri"/>
                <a:cs typeface="Calibri"/>
              </a:rPr>
              <a:t> &lt;branch-</a:t>
            </a:r>
            <a:r>
              <a:rPr sz="1800" b="1" spc="-20" dirty="0">
                <a:solidFill>
                  <a:srgbClr val="0D0D0D"/>
                </a:solidFill>
                <a:latin typeface="Calibri"/>
                <a:cs typeface="Calibri"/>
              </a:rPr>
              <a:t>name&gt;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00029" y="2179701"/>
            <a:ext cx="974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Example: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00029" y="2674696"/>
            <a:ext cx="403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3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push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-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u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origin</a:t>
            </a:r>
            <a:r>
              <a:rPr sz="1800" spc="-1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feature-login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00029" y="3176778"/>
            <a:ext cx="2945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18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subsequent</a:t>
            </a:r>
            <a:r>
              <a:rPr sz="18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D0D0D"/>
                </a:solidFill>
                <a:latin typeface="Calibri"/>
                <a:cs typeface="Calibri"/>
              </a:rPr>
              <a:t>pushes,</a:t>
            </a:r>
            <a:r>
              <a:rPr sz="18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bri"/>
                <a:cs typeface="Calibri"/>
              </a:rPr>
              <a:t>simply: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00029" y="3681221"/>
            <a:ext cx="1028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2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push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82750" y="3159379"/>
            <a:ext cx="365887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7. </a:t>
            </a:r>
            <a:r>
              <a:rPr sz="1800" b="1" spc="-10" dirty="0">
                <a:latin typeface="Arial"/>
                <a:cs typeface="Arial"/>
              </a:rPr>
              <a:t>Collaborate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Others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branch: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git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D0D0D"/>
                </a:solidFill>
                <a:latin typeface="Consolas"/>
                <a:cs typeface="Consolas"/>
              </a:rPr>
              <a:t>pull origin</a:t>
            </a:r>
            <a:r>
              <a:rPr sz="1800" spc="-5" dirty="0">
                <a:solidFill>
                  <a:srgbClr val="0D0D0D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onsolas"/>
                <a:cs typeface="Consolas"/>
              </a:rPr>
              <a:t>&lt;branch-</a:t>
            </a:r>
            <a:r>
              <a:rPr sz="1800" spc="-20" dirty="0">
                <a:solidFill>
                  <a:srgbClr val="0D0D0D"/>
                </a:solidFill>
                <a:latin typeface="Consolas"/>
                <a:cs typeface="Consolas"/>
              </a:rPr>
              <a:t>name&gt;</a:t>
            </a:r>
            <a:endParaRPr sz="1800">
              <a:latin typeface="Consolas"/>
              <a:cs typeface="Consolas"/>
            </a:endParaRPr>
          </a:p>
          <a:p>
            <a:pPr marL="12700" marR="42672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review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 changes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Pull </a:t>
            </a:r>
            <a:r>
              <a:rPr sz="1800" dirty="0">
                <a:latin typeface="Arial MT"/>
                <a:cs typeface="Arial MT"/>
              </a:rPr>
              <a:t>Requests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GitHub.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06" y="333502"/>
            <a:ext cx="57397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Merging</a:t>
            </a:r>
            <a:r>
              <a:rPr sz="6000" spc="-2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Branches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540891"/>
            <a:ext cx="173672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What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merging?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Merging</a:t>
            </a:r>
            <a:r>
              <a:rPr sz="3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takes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one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36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(e.g.,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feature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branch)</a:t>
            </a:r>
            <a:r>
              <a:rPr sz="36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integrates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them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into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another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3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(usually</a:t>
            </a:r>
            <a:r>
              <a:rPr sz="36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main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master).This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lets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you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combine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completed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work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into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main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3187065"/>
            <a:ext cx="9919335" cy="597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codebase.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Typical</a:t>
            </a:r>
            <a:r>
              <a:rPr sz="3600" b="1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Workflow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Merging</a:t>
            </a:r>
            <a:endParaRPr sz="3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Switch</a:t>
            </a:r>
            <a:r>
              <a:rPr sz="3600" b="1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6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36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6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into</a:t>
            </a:r>
            <a:r>
              <a:rPr sz="36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(e.g.,</a:t>
            </a:r>
            <a:r>
              <a:rPr sz="36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master):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50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checkout</a:t>
            </a:r>
            <a:r>
              <a:rPr sz="3600" spc="-40" dirty="0">
                <a:latin typeface="Consolas"/>
                <a:cs typeface="Consolas"/>
              </a:rPr>
              <a:t> </a:t>
            </a:r>
            <a:r>
              <a:rPr sz="3600" spc="-10" dirty="0">
                <a:latin typeface="Consolas"/>
                <a:cs typeface="Consolas"/>
              </a:rPr>
              <a:t>master</a:t>
            </a:r>
            <a:endParaRPr sz="3600">
              <a:latin typeface="Consolas"/>
              <a:cs typeface="Consolas"/>
            </a:endParaRPr>
          </a:p>
          <a:p>
            <a:pPr marL="468630" indent="-455930">
              <a:lnSpc>
                <a:spcPct val="100000"/>
              </a:lnSpc>
              <a:spcBef>
                <a:spcPts val="1175"/>
              </a:spcBef>
              <a:buAutoNum type="arabicPeriod" startAt="2"/>
              <a:tabLst>
                <a:tab pos="468630" algn="l"/>
              </a:tabLst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Update</a:t>
            </a:r>
            <a:r>
              <a:rPr sz="3600" b="1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your</a:t>
            </a:r>
            <a:r>
              <a:rPr sz="3600" b="1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current</a:t>
            </a:r>
            <a:r>
              <a:rPr sz="3600" b="1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Make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sure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it’s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up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date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repository: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pull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origin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spc="-10" dirty="0">
                <a:latin typeface="Consolas"/>
                <a:cs typeface="Consolas"/>
              </a:rPr>
              <a:t>master</a:t>
            </a:r>
            <a:endParaRPr sz="3600">
              <a:latin typeface="Consolas"/>
              <a:cs typeface="Consolas"/>
            </a:endParaRPr>
          </a:p>
          <a:p>
            <a:pPr marL="12700" marR="622300" indent="455930">
              <a:lnSpc>
                <a:spcPct val="107200"/>
              </a:lnSpc>
              <a:spcBef>
                <a:spcPts val="865"/>
              </a:spcBef>
              <a:buAutoNum type="arabicPeriod" startAt="3"/>
              <a:tabLst>
                <a:tab pos="468630" algn="l"/>
              </a:tabLst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3600" b="1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other</a:t>
            </a:r>
            <a:r>
              <a:rPr sz="3600" b="1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into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this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branch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Example: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feature-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login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into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master: </a:t>
            </a: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25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merge</a:t>
            </a:r>
            <a:r>
              <a:rPr sz="3600" spc="-25" dirty="0">
                <a:latin typeface="Consolas"/>
                <a:cs typeface="Consolas"/>
              </a:rPr>
              <a:t> </a:t>
            </a:r>
            <a:r>
              <a:rPr sz="3600" spc="-10" dirty="0">
                <a:latin typeface="Consolas"/>
                <a:cs typeface="Consolas"/>
              </a:rPr>
              <a:t>feature-login</a:t>
            </a:r>
            <a:endParaRPr sz="3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00029" y="3395598"/>
            <a:ext cx="6635115" cy="636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8620" indent="45529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7995" algn="l"/>
              </a:tabLst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Resolve</a:t>
            </a:r>
            <a:r>
              <a:rPr sz="3600" b="1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any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conflicts</a:t>
            </a:r>
            <a:r>
              <a:rPr sz="3600" b="1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D0D0D"/>
                </a:solidFill>
                <a:latin typeface="Calibri"/>
                <a:cs typeface="Calibri"/>
              </a:rPr>
              <a:t>(if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they</a:t>
            </a:r>
            <a:r>
              <a:rPr sz="3600" b="1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occur)</a:t>
            </a:r>
            <a:endParaRPr sz="3600">
              <a:latin typeface="Calibri"/>
              <a:cs typeface="Calibri"/>
            </a:endParaRPr>
          </a:p>
          <a:p>
            <a:pPr marL="297815" lvl="1" indent="-28511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Git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conflicts.</a:t>
            </a:r>
            <a:endParaRPr sz="2400">
              <a:latin typeface="Calibri"/>
              <a:cs typeface="Calibri"/>
            </a:endParaRPr>
          </a:p>
          <a:p>
            <a:pPr marL="297815" lvl="1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Open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conflict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(&lt;&lt;&lt;&lt;&lt;&lt;,</a:t>
            </a:r>
            <a:endParaRPr sz="2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======,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&gt;&gt;&gt;&gt;&gt;&gt;).</a:t>
            </a:r>
            <a:endParaRPr sz="2400">
              <a:latin typeface="Calibri"/>
              <a:cs typeface="Calibri"/>
            </a:endParaRPr>
          </a:p>
          <a:p>
            <a:pPr marL="297815" lvl="1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Edit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  <a:p>
            <a:pPr marL="297815" lvl="1" indent="-285115">
              <a:lnSpc>
                <a:spcPts val="2855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Stage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resolved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4295"/>
              </a:lnSpc>
            </a:pP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25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add</a:t>
            </a:r>
            <a:r>
              <a:rPr sz="3600" spc="-15" dirty="0">
                <a:latin typeface="Consolas"/>
                <a:cs typeface="Consolas"/>
              </a:rPr>
              <a:t> </a:t>
            </a:r>
            <a:r>
              <a:rPr sz="3600" spc="-10" dirty="0">
                <a:latin typeface="Consolas"/>
                <a:cs typeface="Consolas"/>
              </a:rPr>
              <a:t>&lt;file&gt;</a:t>
            </a:r>
            <a:endParaRPr sz="3600">
              <a:latin typeface="Consolas"/>
              <a:cs typeface="Consolas"/>
            </a:endParaRPr>
          </a:p>
          <a:p>
            <a:pPr marL="297815" lvl="1" indent="-285115">
              <a:lnSpc>
                <a:spcPts val="2855"/>
              </a:lnSpc>
              <a:spcBef>
                <a:spcPts val="4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commit: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4295"/>
              </a:lnSpc>
            </a:pP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10" dirty="0">
                <a:latin typeface="Consolas"/>
                <a:cs typeface="Consolas"/>
              </a:rPr>
              <a:t> commit</a:t>
            </a:r>
            <a:endParaRPr sz="3600">
              <a:latin typeface="Consolas"/>
              <a:cs typeface="Consolas"/>
            </a:endParaRPr>
          </a:p>
          <a:p>
            <a:pPr marL="12700" marR="791210">
              <a:lnSpc>
                <a:spcPct val="100000"/>
              </a:lnSpc>
              <a:spcBef>
                <a:spcPts val="1175"/>
              </a:spcBef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5.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Push</a:t>
            </a:r>
            <a:r>
              <a:rPr sz="3600" b="1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merged</a:t>
            </a:r>
            <a:r>
              <a:rPr sz="3600" b="1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3600" b="1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D0D0D"/>
                </a:solidFill>
                <a:latin typeface="Calibri"/>
                <a:cs typeface="Calibri"/>
              </a:rPr>
              <a:t>to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remote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600" dirty="0">
                <a:latin typeface="Consolas"/>
                <a:cs typeface="Consolas"/>
              </a:rPr>
              <a:t>git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push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dirty="0">
                <a:latin typeface="Consolas"/>
                <a:cs typeface="Consolas"/>
              </a:rPr>
              <a:t>origin</a:t>
            </a:r>
            <a:r>
              <a:rPr sz="3600" spc="-30" dirty="0">
                <a:latin typeface="Consolas"/>
                <a:cs typeface="Consolas"/>
              </a:rPr>
              <a:t> </a:t>
            </a:r>
            <a:r>
              <a:rPr sz="3600" spc="-20" dirty="0">
                <a:latin typeface="Consolas"/>
                <a:cs typeface="Consolas"/>
              </a:rPr>
              <a:t>main</a:t>
            </a:r>
            <a:endParaRPr sz="3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07309"/>
            <a:ext cx="15870555" cy="96881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5400" b="1" dirty="0">
                <a:solidFill>
                  <a:srgbClr val="0D0D0D"/>
                </a:solidFill>
                <a:latin typeface="Calibri"/>
                <a:cs typeface="Calibri"/>
              </a:rPr>
              <a:t>Resolving</a:t>
            </a:r>
            <a:r>
              <a:rPr sz="5400" b="1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D0D0D"/>
                </a:solidFill>
                <a:latin typeface="Calibri"/>
                <a:cs typeface="Calibri"/>
              </a:rPr>
              <a:t>Merge</a:t>
            </a:r>
            <a:r>
              <a:rPr sz="5400" b="1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1" dirty="0">
                <a:solidFill>
                  <a:srgbClr val="0D0D0D"/>
                </a:solidFill>
                <a:latin typeface="Calibri"/>
                <a:cs typeface="Calibri"/>
              </a:rPr>
              <a:t>Conflicts</a:t>
            </a:r>
            <a:r>
              <a:rPr sz="54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5400" b="1" spc="-10" dirty="0">
                <a:solidFill>
                  <a:srgbClr val="0D0D0D"/>
                </a:solidFill>
                <a:latin typeface="Calibri"/>
                <a:cs typeface="Calibri"/>
              </a:rPr>
              <a:t>(Overview)</a:t>
            </a:r>
            <a:endParaRPr sz="5400" dirty="0">
              <a:latin typeface="Calibri"/>
              <a:cs typeface="Calibri"/>
            </a:endParaRPr>
          </a:p>
          <a:p>
            <a:pPr marL="431165" indent="-274955">
              <a:lnSpc>
                <a:spcPct val="100000"/>
              </a:lnSpc>
              <a:spcBef>
                <a:spcPts val="685"/>
              </a:spcBef>
              <a:buSzPct val="98333"/>
              <a:buFont typeface="Arial MT"/>
              <a:buChar char="•"/>
              <a:tabLst>
                <a:tab pos="4311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Sometimes</a:t>
            </a:r>
            <a:r>
              <a:rPr sz="6000" spc="-2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6000" spc="-2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conflict</a:t>
            </a:r>
            <a:endParaRPr sz="6000" dirty="0">
              <a:latin typeface="Calibri"/>
              <a:cs typeface="Calibri"/>
            </a:endParaRPr>
          </a:p>
          <a:p>
            <a:pPr marL="431165" indent="-274955">
              <a:lnSpc>
                <a:spcPct val="100000"/>
              </a:lnSpc>
              <a:spcBef>
                <a:spcPts val="1200"/>
              </a:spcBef>
              <a:buSzPct val="98333"/>
              <a:buFont typeface="Arial MT"/>
              <a:buChar char="•"/>
              <a:tabLst>
                <a:tab pos="4311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6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will</a:t>
            </a:r>
            <a:r>
              <a:rPr sz="60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mark</a:t>
            </a:r>
            <a:r>
              <a:rPr sz="60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conflicting</a:t>
            </a:r>
            <a:r>
              <a:rPr sz="6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endParaRPr sz="6000" dirty="0">
              <a:latin typeface="Calibri"/>
              <a:cs typeface="Calibri"/>
            </a:endParaRPr>
          </a:p>
          <a:p>
            <a:pPr marL="431165" indent="-274955">
              <a:lnSpc>
                <a:spcPct val="100000"/>
              </a:lnSpc>
              <a:spcBef>
                <a:spcPts val="1200"/>
              </a:spcBef>
              <a:buSzPct val="98333"/>
              <a:buFont typeface="Arial MT"/>
              <a:buChar char="•"/>
              <a:tabLst>
                <a:tab pos="4311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Open</a:t>
            </a:r>
            <a:r>
              <a:rPr sz="60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conflicted</a:t>
            </a:r>
            <a:r>
              <a:rPr sz="6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60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6000" spc="-20" dirty="0">
                <a:solidFill>
                  <a:srgbClr val="0D0D0D"/>
                </a:solidFill>
                <a:latin typeface="Calibri"/>
                <a:cs typeface="Calibri"/>
              </a:rPr>
              <a:t> edit</a:t>
            </a:r>
            <a:endParaRPr sz="6000" dirty="0">
              <a:latin typeface="Calibri"/>
              <a:cs typeface="Calibri"/>
            </a:endParaRPr>
          </a:p>
          <a:p>
            <a:pPr marL="431165" indent="-274955">
              <a:lnSpc>
                <a:spcPct val="100000"/>
              </a:lnSpc>
              <a:spcBef>
                <a:spcPts val="1200"/>
              </a:spcBef>
              <a:buSzPct val="98333"/>
              <a:buFont typeface="Arial MT"/>
              <a:buChar char="•"/>
              <a:tabLst>
                <a:tab pos="431165" algn="l"/>
              </a:tabLst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After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resolving:</a:t>
            </a:r>
            <a:endParaRPr sz="6000" dirty="0">
              <a:latin typeface="Calibri"/>
              <a:cs typeface="Calibri"/>
            </a:endParaRPr>
          </a:p>
          <a:p>
            <a:pPr marL="165100" marR="8104505">
              <a:lnSpc>
                <a:spcPct val="100000"/>
              </a:lnSpc>
              <a:spcBef>
                <a:spcPts val="1205"/>
              </a:spcBef>
            </a:pPr>
            <a:r>
              <a:rPr sz="6000" dirty="0">
                <a:latin typeface="Calibri"/>
                <a:cs typeface="Calibri"/>
              </a:rPr>
              <a:t>git</a:t>
            </a:r>
            <a:r>
              <a:rPr sz="6000" spc="-5" dirty="0">
                <a:latin typeface="Calibri"/>
                <a:cs typeface="Calibri"/>
              </a:rPr>
              <a:t> </a:t>
            </a:r>
            <a:r>
              <a:rPr sz="6000" dirty="0">
                <a:latin typeface="Calibri"/>
                <a:cs typeface="Calibri"/>
              </a:rPr>
              <a:t>add</a:t>
            </a:r>
            <a:r>
              <a:rPr sz="6000" spc="5" dirty="0">
                <a:latin typeface="Calibri"/>
                <a:cs typeface="Calibri"/>
              </a:rPr>
              <a:t> </a:t>
            </a:r>
            <a:r>
              <a:rPr sz="6000" spc="-10" dirty="0">
                <a:latin typeface="Calibri"/>
                <a:cs typeface="Calibri"/>
              </a:rPr>
              <a:t>conflicted-file.txt </a:t>
            </a:r>
            <a:r>
              <a:rPr sz="6000" dirty="0">
                <a:latin typeface="Calibri"/>
                <a:cs typeface="Calibri"/>
              </a:rPr>
              <a:t>git </a:t>
            </a:r>
            <a:r>
              <a:rPr sz="6000" spc="-10" dirty="0">
                <a:latin typeface="Calibri"/>
                <a:cs typeface="Calibri"/>
              </a:rPr>
              <a:t>commit</a:t>
            </a:r>
            <a:endParaRPr sz="60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3360"/>
              </a:spcBef>
            </a:pPr>
            <a:r>
              <a:rPr sz="6000" spc="-10" dirty="0">
                <a:latin typeface="Calibri"/>
                <a:cs typeface="Calibri"/>
              </a:rPr>
              <a:t>Guide:</a:t>
            </a:r>
            <a:endParaRPr sz="6000" dirty="0">
              <a:latin typeface="Calibri"/>
              <a:cs typeface="Calibri"/>
            </a:endParaRPr>
          </a:p>
          <a:p>
            <a:pPr marL="165100" marR="5080">
              <a:lnSpc>
                <a:spcPct val="100000"/>
              </a:lnSpc>
              <a:spcBef>
                <a:spcPts val="130"/>
              </a:spcBef>
            </a:pP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https://github.com/lovnishverma/lovnishverma/blob/main/pull.md#step-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5-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resolve-merge-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conflicts-if-</a:t>
            </a:r>
            <a:r>
              <a:rPr sz="4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any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078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Deleting</a:t>
            </a:r>
            <a:r>
              <a:rPr sz="6000" spc="-1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dirty="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sz="6000" spc="-1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6000" spc="-1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314193"/>
            <a:ext cx="9058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After</a:t>
            </a:r>
            <a:r>
              <a:rPr sz="4800" spc="-1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merging,</a:t>
            </a:r>
            <a:r>
              <a:rPr sz="4800" spc="-1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delete</a:t>
            </a:r>
            <a:r>
              <a:rPr sz="4800" spc="-1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4800" spc="-1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0D0D0D"/>
                </a:solidFill>
                <a:latin typeface="Calibri"/>
                <a:cs typeface="Calibri"/>
              </a:rPr>
              <a:t>locally: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045409"/>
            <a:ext cx="70338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48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48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spc="-30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d</a:t>
            </a:r>
            <a:r>
              <a:rPr sz="4800" spc="-10" dirty="0">
                <a:solidFill>
                  <a:srgbClr val="0D0D0D"/>
                </a:solidFill>
                <a:latin typeface="Calibri"/>
                <a:cs typeface="Calibri"/>
              </a:rPr>
              <a:t> feature-branch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5007" y="3083814"/>
            <a:ext cx="5231130" cy="745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5560"/>
              </a:lnSpc>
            </a:pPr>
            <a:r>
              <a:rPr sz="4800" dirty="0">
                <a:latin typeface="Calibri"/>
                <a:cs typeface="Calibri"/>
              </a:rPr>
              <a:t>#</a:t>
            </a:r>
            <a:r>
              <a:rPr sz="4800" spc="-3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Delete</a:t>
            </a:r>
            <a:r>
              <a:rPr sz="4800" spc="-2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local</a:t>
            </a:r>
            <a:r>
              <a:rPr sz="4800" spc="-15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branch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240223"/>
            <a:ext cx="6432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Delete</a:t>
            </a:r>
            <a:r>
              <a:rPr sz="48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branch</a:t>
            </a:r>
            <a:r>
              <a:rPr sz="48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48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0D0D0D"/>
                </a:solidFill>
                <a:latin typeface="Calibri"/>
                <a:cs typeface="Calibri"/>
              </a:rPr>
              <a:t>remote: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703821"/>
            <a:ext cx="9511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libri"/>
                <a:cs typeface="Calibri"/>
              </a:rPr>
              <a:t>git</a:t>
            </a:r>
            <a:r>
              <a:rPr sz="4800" spc="-9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push</a:t>
            </a:r>
            <a:r>
              <a:rPr sz="4800" spc="-7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origin</a:t>
            </a:r>
            <a:r>
              <a:rPr sz="4800" spc="-55" dirty="0">
                <a:latin typeface="Calibri"/>
                <a:cs typeface="Calibri"/>
              </a:rPr>
              <a:t> </a:t>
            </a:r>
            <a:r>
              <a:rPr sz="4800" spc="-30" dirty="0">
                <a:latin typeface="Calibri"/>
                <a:cs typeface="Calibri"/>
              </a:rPr>
              <a:t>--</a:t>
            </a:r>
            <a:r>
              <a:rPr sz="4800" dirty="0">
                <a:latin typeface="Calibri"/>
                <a:cs typeface="Calibri"/>
              </a:rPr>
              <a:t>delete</a:t>
            </a:r>
            <a:r>
              <a:rPr sz="4800" spc="-45" dirty="0">
                <a:latin typeface="Calibri"/>
                <a:cs typeface="Calibri"/>
              </a:rPr>
              <a:t> </a:t>
            </a:r>
            <a:r>
              <a:rPr sz="4800" spc="-35" dirty="0">
                <a:latin typeface="Calibri"/>
                <a:cs typeface="Calibri"/>
              </a:rPr>
              <a:t>feature-</a:t>
            </a:r>
            <a:r>
              <a:rPr sz="4800" spc="-10" dirty="0">
                <a:latin typeface="Calibri"/>
                <a:cs typeface="Calibri"/>
              </a:rPr>
              <a:t>branch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3031" y="6741414"/>
            <a:ext cx="5913755" cy="7454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5565"/>
              </a:lnSpc>
            </a:pPr>
            <a:r>
              <a:rPr sz="4800" dirty="0">
                <a:latin typeface="Calibri"/>
                <a:cs typeface="Calibri"/>
              </a:rPr>
              <a:t>#</a:t>
            </a:r>
            <a:r>
              <a:rPr sz="4800" spc="-6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Delete</a:t>
            </a:r>
            <a:r>
              <a:rPr sz="4800" spc="-5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remote</a:t>
            </a:r>
            <a:r>
              <a:rPr sz="4800" spc="-50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branch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D0D0D"/>
                </a:solidFill>
                <a:latin typeface="Calibri"/>
                <a:cs typeface="Calibri"/>
              </a:rPr>
              <a:t>Useful</a:t>
            </a:r>
            <a:r>
              <a:rPr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D0D0D"/>
                </a:solidFill>
                <a:latin typeface="Calibri"/>
                <a:cs typeface="Calibri"/>
              </a:rPr>
              <a:t>Commands</a:t>
            </a:r>
            <a:r>
              <a:rPr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D0D0D"/>
                </a:solidFill>
                <a:latin typeface="Calibri"/>
                <a:cs typeface="Calibri"/>
              </a:rPr>
              <a:t>Cheat</a:t>
            </a:r>
            <a:r>
              <a:rPr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D0D0D"/>
                </a:solidFill>
                <a:latin typeface="Calibri"/>
                <a:cs typeface="Calibri"/>
              </a:rPr>
              <a:t>Sheet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087" y="2095500"/>
            <a:ext cx="15125712" cy="6981431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76337" y="2090737"/>
          <a:ext cx="15125700" cy="701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43815">
                        <a:lnSpc>
                          <a:spcPts val="5625"/>
                        </a:lnSpc>
                      </a:pPr>
                      <a:r>
                        <a:rPr sz="48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Command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625"/>
                        </a:lnSpc>
                      </a:pPr>
                      <a:r>
                        <a:rPr sz="4800" b="1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135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 </a:t>
                      </a:r>
                      <a:r>
                        <a:rPr sz="4800" b="1" spc="-10" dirty="0">
                          <a:latin typeface="Calibri"/>
                          <a:cs typeface="Calibri"/>
                        </a:rPr>
                        <a:t>status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135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Show</a:t>
                      </a:r>
                      <a:r>
                        <a:rPr sz="48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4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repo</a:t>
                      </a:r>
                      <a:r>
                        <a:rPr sz="480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status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245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 </a:t>
                      </a:r>
                      <a:r>
                        <a:rPr sz="4800" b="1" spc="-25" dirty="0">
                          <a:latin typeface="Calibri"/>
                          <a:cs typeface="Calibri"/>
                        </a:rPr>
                        <a:t>log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245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48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commit</a:t>
                      </a:r>
                      <a:r>
                        <a:rPr sz="48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history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350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 </a:t>
                      </a:r>
                      <a:r>
                        <a:rPr sz="4800" b="1" spc="-10" dirty="0">
                          <a:latin typeface="Calibri"/>
                          <a:cs typeface="Calibri"/>
                        </a:rPr>
                        <a:t>branch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350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4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branches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460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4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dirty="0">
                          <a:latin typeface="Calibri"/>
                          <a:cs typeface="Calibri"/>
                        </a:rPr>
                        <a:t>checkout</a:t>
                      </a:r>
                      <a:r>
                        <a:rPr sz="4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spc="-10" dirty="0">
                          <a:latin typeface="Calibri"/>
                          <a:cs typeface="Calibri"/>
                        </a:rPr>
                        <a:t>&lt;branch&gt;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460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Switch</a:t>
                      </a:r>
                      <a:r>
                        <a:rPr sz="4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branches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43815">
                        <a:lnSpc>
                          <a:spcPts val="5570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 </a:t>
                      </a:r>
                      <a:r>
                        <a:rPr sz="4800" b="1" spc="-20" dirty="0">
                          <a:latin typeface="Calibri"/>
                          <a:cs typeface="Calibri"/>
                        </a:rPr>
                        <a:t>pull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570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Pull</a:t>
                      </a:r>
                      <a:r>
                        <a:rPr sz="4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4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4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remote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080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 </a:t>
                      </a:r>
                      <a:r>
                        <a:rPr sz="4800" b="1" spc="-20" dirty="0">
                          <a:latin typeface="Calibri"/>
                          <a:cs typeface="Calibri"/>
                        </a:rPr>
                        <a:t>push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080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Push</a:t>
                      </a:r>
                      <a:r>
                        <a:rPr sz="4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commits</a:t>
                      </a:r>
                      <a:r>
                        <a:rPr sz="4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4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remote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43815">
                        <a:lnSpc>
                          <a:spcPts val="5185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4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dirty="0">
                          <a:latin typeface="Calibri"/>
                          <a:cs typeface="Calibri"/>
                        </a:rPr>
                        <a:t>merge</a:t>
                      </a:r>
                      <a:r>
                        <a:rPr sz="4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spc="-10" dirty="0">
                          <a:latin typeface="Calibri"/>
                          <a:cs typeface="Calibri"/>
                        </a:rPr>
                        <a:t>&lt;branch&gt;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185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Merge</a:t>
                      </a:r>
                      <a:r>
                        <a:rPr sz="4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branch</a:t>
                      </a:r>
                      <a:r>
                        <a:rPr sz="4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4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10" dirty="0">
                          <a:latin typeface="Calibri"/>
                          <a:cs typeface="Calibri"/>
                        </a:rPr>
                        <a:t>current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 marL="43815">
                        <a:lnSpc>
                          <a:spcPts val="5295"/>
                        </a:lnSpc>
                      </a:pPr>
                      <a:r>
                        <a:rPr sz="4800" b="1" dirty="0">
                          <a:latin typeface="Calibri"/>
                          <a:cs typeface="Calibri"/>
                        </a:rPr>
                        <a:t>git</a:t>
                      </a:r>
                      <a:r>
                        <a:rPr sz="4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dirty="0">
                          <a:latin typeface="Calibri"/>
                          <a:cs typeface="Calibri"/>
                        </a:rPr>
                        <a:t>clone</a:t>
                      </a:r>
                      <a:r>
                        <a:rPr sz="4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b="1" spc="-10" dirty="0">
                          <a:latin typeface="Calibri"/>
                          <a:cs typeface="Calibri"/>
                        </a:rPr>
                        <a:t>&lt;url&gt;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5295"/>
                        </a:lnSpc>
                      </a:pPr>
                      <a:r>
                        <a:rPr sz="4800" dirty="0">
                          <a:latin typeface="Calibri"/>
                          <a:cs typeface="Calibri"/>
                        </a:rPr>
                        <a:t>Clone</a:t>
                      </a:r>
                      <a:r>
                        <a:rPr sz="48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dirty="0">
                          <a:latin typeface="Calibri"/>
                          <a:cs typeface="Calibri"/>
                        </a:rPr>
                        <a:t>remote</a:t>
                      </a:r>
                      <a:r>
                        <a:rPr sz="480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800" spc="-20" dirty="0">
                          <a:latin typeface="Calibri"/>
                          <a:cs typeface="Calibri"/>
                        </a:rPr>
                        <a:t>repo</a:t>
                      </a:r>
                      <a:endParaRPr sz="4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BD4A47"/>
                      </a:solidFill>
                      <a:prstDash val="solid"/>
                    </a:lnL>
                    <a:lnR w="9525">
                      <a:solidFill>
                        <a:srgbClr val="BD4A47"/>
                      </a:solidFill>
                      <a:prstDash val="solid"/>
                    </a:lnR>
                    <a:lnT w="9525">
                      <a:solidFill>
                        <a:srgbClr val="BD4A47"/>
                      </a:solidFill>
                      <a:prstDash val="solid"/>
                    </a:lnT>
                    <a:lnB w="9525">
                      <a:solidFill>
                        <a:srgbClr val="BD4A4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806" y="363982"/>
            <a:ext cx="510413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000000"/>
                </a:solidFill>
              </a:rPr>
              <a:t>What</a:t>
            </a:r>
            <a:r>
              <a:rPr sz="5000" spc="-30" dirty="0">
                <a:solidFill>
                  <a:srgbClr val="000000"/>
                </a:solidFill>
              </a:rPr>
              <a:t> </a:t>
            </a:r>
            <a:r>
              <a:rPr sz="5000" dirty="0">
                <a:solidFill>
                  <a:srgbClr val="000000"/>
                </a:solidFill>
              </a:rPr>
              <a:t>is Git</a:t>
            </a:r>
            <a:r>
              <a:rPr sz="5000" spc="-20" dirty="0">
                <a:solidFill>
                  <a:srgbClr val="000000"/>
                </a:solidFill>
              </a:rPr>
              <a:t> LFS?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673100" y="1122375"/>
            <a:ext cx="8181975" cy="542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0730" indent="-8890">
              <a:lnSpc>
                <a:spcPct val="100000"/>
              </a:lnSpc>
              <a:spcBef>
                <a:spcPts val="100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	Git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LFS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is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an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extension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to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manage</a:t>
            </a:r>
            <a:r>
              <a:rPr sz="3600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large</a:t>
            </a:r>
            <a:r>
              <a:rPr sz="3600" b="1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3600" b="1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(e.g.,</a:t>
            </a:r>
            <a:r>
              <a:rPr sz="36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images,</a:t>
            </a:r>
            <a:r>
              <a:rPr sz="36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videos,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datasets)</a:t>
            </a:r>
            <a:r>
              <a:rPr sz="36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efficiently.</a:t>
            </a:r>
            <a:endParaRPr sz="3600">
              <a:latin typeface="Calibri"/>
              <a:cs typeface="Calibri"/>
            </a:endParaRPr>
          </a:p>
          <a:p>
            <a:pPr marL="12700" marR="5080" indent="-8890">
              <a:lnSpc>
                <a:spcPct val="100000"/>
              </a:lnSpc>
              <a:spcBef>
                <a:spcPts val="1205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	Instead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storing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large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directly</a:t>
            </a:r>
            <a:r>
              <a:rPr sz="36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the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repository,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it</a:t>
            </a:r>
            <a:r>
              <a:rPr sz="3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stores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pointers</a:t>
            </a:r>
            <a:r>
              <a:rPr sz="36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files.</a:t>
            </a:r>
            <a:endParaRPr sz="3600">
              <a:latin typeface="Calibri"/>
              <a:cs typeface="Calibri"/>
            </a:endParaRPr>
          </a:p>
          <a:p>
            <a:pPr marL="12700" marR="1275715" indent="-8890">
              <a:lnSpc>
                <a:spcPct val="100000"/>
              </a:lnSpc>
              <a:spcBef>
                <a:spcPts val="1200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	The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actual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large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are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stored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on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0D0D0D"/>
                </a:solidFill>
                <a:latin typeface="Calibri"/>
                <a:cs typeface="Calibri"/>
              </a:rPr>
              <a:t>a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separate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server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sz="36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cloud</a:t>
            </a:r>
            <a:r>
              <a:rPr sz="36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storage.</a:t>
            </a:r>
            <a:endParaRPr sz="3600">
              <a:latin typeface="Calibri"/>
              <a:cs typeface="Calibri"/>
            </a:endParaRPr>
          </a:p>
          <a:p>
            <a:pPr marL="12700" marR="629920" indent="-8890">
              <a:lnSpc>
                <a:spcPct val="100000"/>
              </a:lnSpc>
              <a:spcBef>
                <a:spcPts val="1200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	Helps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keep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repo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lightweight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0D0D0D"/>
                </a:solidFill>
                <a:latin typeface="Calibri"/>
                <a:cs typeface="Calibri"/>
              </a:rPr>
              <a:t>and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fast.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6747484"/>
            <a:ext cx="7630159" cy="26771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Why</a:t>
            </a:r>
            <a:r>
              <a:rPr sz="3600" b="1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Use</a:t>
            </a:r>
            <a:r>
              <a:rPr sz="3600" b="1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600" b="1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0D0D0D"/>
                </a:solidFill>
                <a:latin typeface="Calibri"/>
                <a:cs typeface="Calibri"/>
              </a:rPr>
              <a:t>LFS?</a:t>
            </a:r>
            <a:endParaRPr sz="3600">
              <a:latin typeface="Calibri"/>
              <a:cs typeface="Calibri"/>
            </a:endParaRPr>
          </a:p>
          <a:p>
            <a:pPr marL="172085" indent="-168275">
              <a:lnSpc>
                <a:spcPct val="100000"/>
              </a:lnSpc>
              <a:spcBef>
                <a:spcPts val="600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Avoid</a:t>
            </a:r>
            <a:r>
              <a:rPr sz="36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bloated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repository</a:t>
            </a:r>
            <a:r>
              <a:rPr sz="36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size.</a:t>
            </a:r>
            <a:endParaRPr sz="3600">
              <a:latin typeface="Calibri"/>
              <a:cs typeface="Calibri"/>
            </a:endParaRPr>
          </a:p>
          <a:p>
            <a:pPr marL="172085" indent="-168275">
              <a:lnSpc>
                <a:spcPct val="100000"/>
              </a:lnSpc>
              <a:spcBef>
                <a:spcPts val="1205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Faster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cloning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fetching.</a:t>
            </a:r>
            <a:endParaRPr sz="3600">
              <a:latin typeface="Calibri"/>
              <a:cs typeface="Calibri"/>
            </a:endParaRPr>
          </a:p>
          <a:p>
            <a:pPr marL="172085" indent="-168275">
              <a:lnSpc>
                <a:spcPct val="100000"/>
              </a:lnSpc>
              <a:spcBef>
                <a:spcPts val="1200"/>
              </a:spcBef>
              <a:buSzPct val="97222"/>
              <a:buFont typeface="Arial MT"/>
              <a:buChar char="•"/>
              <a:tabLst>
                <a:tab pos="172085" algn="l"/>
              </a:tabLst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Better</a:t>
            </a:r>
            <a:r>
              <a:rPr sz="36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handling</a:t>
            </a:r>
            <a:r>
              <a:rPr sz="36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of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binary</a:t>
            </a:r>
            <a:r>
              <a:rPr sz="36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files</a:t>
            </a:r>
            <a:r>
              <a:rPr sz="36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that</a:t>
            </a:r>
            <a:r>
              <a:rPr sz="36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don’t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9399219"/>
            <a:ext cx="1630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D0D0D"/>
                </a:solidFill>
                <a:latin typeface="Calibri"/>
                <a:cs typeface="Calibri"/>
              </a:rPr>
              <a:t>diff</a:t>
            </a:r>
            <a:r>
              <a:rPr sz="36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D0D0D"/>
                </a:solidFill>
                <a:latin typeface="Calibri"/>
                <a:cs typeface="Calibri"/>
              </a:rPr>
              <a:t>well.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8989" y="1219556"/>
            <a:ext cx="4384675" cy="16414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Basic</a:t>
            </a:r>
            <a:r>
              <a:rPr sz="3200" b="1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Git</a:t>
            </a:r>
            <a:r>
              <a:rPr sz="3200" b="1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D0D0D"/>
                </a:solidFill>
                <a:latin typeface="Calibri"/>
                <a:cs typeface="Calibri"/>
              </a:rPr>
              <a:t>LFS</a:t>
            </a:r>
            <a:r>
              <a:rPr sz="3200" b="1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D0D0D"/>
                </a:solidFill>
                <a:latin typeface="Calibri"/>
                <a:cs typeface="Calibri"/>
              </a:rPr>
              <a:t>Workflow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Install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LFS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(one-time)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lfs</a:t>
            </a:r>
            <a:r>
              <a:rPr sz="3200" spc="-10" dirty="0">
                <a:latin typeface="Calibri"/>
                <a:cs typeface="Calibri"/>
              </a:rPr>
              <a:t> install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8989" y="3322447"/>
            <a:ext cx="371919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types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lfs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"*.psd"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98989" y="4785182"/>
            <a:ext cx="330072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normally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largefile.psd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98989" y="6248780"/>
            <a:ext cx="495236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#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push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usual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commit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-m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"Add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file" </a:t>
            </a:r>
            <a:r>
              <a:rPr sz="3200" dirty="0">
                <a:latin typeface="Calibri"/>
                <a:cs typeface="Calibri"/>
              </a:rPr>
              <a:t>git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push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origin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main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4200" y="9410698"/>
            <a:ext cx="10972800" cy="762000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Arial"/>
                <a:cs typeface="Arial"/>
              </a:rPr>
              <a:t>GIT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LFS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GUIDE:</a:t>
            </a:r>
            <a:endParaRPr sz="18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2"/>
              </a:rPr>
              <a:t>https://github.com/lovnishverma/lovnishverma/blob/main/Git%20LFS%20(Large%20File%20Storage).md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806" y="353314"/>
            <a:ext cx="5387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Summary</a:t>
            </a:r>
            <a:r>
              <a:rPr sz="3600" b="1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3600" b="1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Best</a:t>
            </a:r>
            <a:r>
              <a:rPr sz="3600" b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D0D0D"/>
                </a:solidFill>
                <a:latin typeface="Calibri"/>
                <a:cs typeface="Calibri"/>
              </a:rPr>
              <a:t>Practices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105" y="1212637"/>
            <a:ext cx="8252459" cy="7646034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583565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Commit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often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clear</a:t>
            </a:r>
            <a:r>
              <a:rPr sz="4000" spc="-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messages</a:t>
            </a:r>
            <a:endParaRPr sz="4000">
              <a:latin typeface="Calibri"/>
              <a:cs typeface="Calibri"/>
            </a:endParaRPr>
          </a:p>
          <a:p>
            <a:pPr marL="584200" marR="558800" indent="-5715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84200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Use</a:t>
            </a:r>
            <a:r>
              <a:rPr sz="40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branches</a:t>
            </a:r>
            <a:r>
              <a:rPr sz="4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40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features</a:t>
            </a:r>
            <a:r>
              <a:rPr sz="40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4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0D0D0D"/>
                </a:solidFill>
                <a:latin typeface="Calibri"/>
                <a:cs typeface="Calibri"/>
              </a:rPr>
              <a:t>bug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fixes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583565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Pull</a:t>
            </a:r>
            <a:r>
              <a:rPr sz="40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frequently</a:t>
            </a:r>
            <a:r>
              <a:rPr sz="4000" spc="-7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sz="4000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avoid</a:t>
            </a:r>
            <a:r>
              <a:rPr sz="4000" spc="-8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conflicts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83565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Write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meaningful</a:t>
            </a:r>
            <a:r>
              <a:rPr sz="40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commit</a:t>
            </a:r>
            <a:r>
              <a:rPr sz="40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messages</a:t>
            </a:r>
            <a:endParaRPr sz="4000">
              <a:latin typeface="Calibri"/>
              <a:cs typeface="Calibri"/>
            </a:endParaRPr>
          </a:p>
          <a:p>
            <a:pPr marL="584200" marR="1428115" indent="-5715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84200" algn="l"/>
              </a:tabLst>
            </a:pP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Always</a:t>
            </a:r>
            <a:r>
              <a:rPr sz="4000" spc="-1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review</a:t>
            </a:r>
            <a:r>
              <a:rPr sz="4000" spc="-1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D0D0D"/>
                </a:solidFill>
                <a:latin typeface="Calibri"/>
                <a:cs typeface="Calibri"/>
              </a:rPr>
              <a:t>changes</a:t>
            </a:r>
            <a:r>
              <a:rPr sz="4000" spc="-1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D0D0D"/>
                </a:solidFill>
                <a:latin typeface="Calibri"/>
                <a:cs typeface="Calibri"/>
              </a:rPr>
              <a:t>before pushing</a:t>
            </a:r>
            <a:endParaRPr sz="400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584200" algn="l"/>
              </a:tabLst>
            </a:pPr>
            <a:r>
              <a:rPr sz="4000" dirty="0">
                <a:latin typeface="Calibri"/>
                <a:cs typeface="Calibri"/>
              </a:rPr>
              <a:t>GitHub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imposes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100MB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file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size </a:t>
            </a:r>
            <a:r>
              <a:rPr sz="4000" dirty="0">
                <a:latin typeface="Calibri"/>
                <a:cs typeface="Calibri"/>
              </a:rPr>
              <a:t>limit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for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files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repository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and </a:t>
            </a:r>
            <a:r>
              <a:rPr sz="4000" spc="-10" dirty="0">
                <a:latin typeface="Calibri"/>
                <a:cs typeface="Calibri"/>
              </a:rPr>
              <a:t>recommends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using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Git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LFS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(Large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File </a:t>
            </a:r>
            <a:r>
              <a:rPr sz="4000" dirty="0">
                <a:latin typeface="Calibri"/>
                <a:cs typeface="Calibri"/>
              </a:rPr>
              <a:t>Storage)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for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files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larger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than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50MB.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16948" y="255573"/>
            <a:ext cx="2755265" cy="15303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550"/>
              </a:spcBef>
            </a:pPr>
            <a:r>
              <a:rPr sz="3600" b="1" dirty="0">
                <a:solidFill>
                  <a:srgbClr val="0D0D0D"/>
                </a:solidFill>
                <a:latin typeface="Calibri"/>
                <a:cs typeface="Calibri"/>
              </a:rPr>
              <a:t>Demo</a:t>
            </a:r>
            <a:r>
              <a:rPr sz="3600" b="1" spc="-8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endParaRPr sz="3600">
              <a:latin typeface="Calibri"/>
              <a:cs typeface="Calibri"/>
            </a:endParaRPr>
          </a:p>
          <a:p>
            <a:pPr marL="12700" marR="515620">
              <a:lnSpc>
                <a:spcPct val="100000"/>
              </a:lnSpc>
              <a:spcBef>
                <a:spcPts val="35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Initialize</a:t>
            </a:r>
            <a:r>
              <a:rPr sz="2800" spc="-20" dirty="0">
                <a:latin typeface="Calibri"/>
                <a:cs typeface="Calibri"/>
              </a:rPr>
              <a:t> repo </a:t>
            </a:r>
            <a:r>
              <a:rPr sz="2800" dirty="0">
                <a:latin typeface="Calibri"/>
                <a:cs typeface="Calibri"/>
              </a:rPr>
              <a:t>git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init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6948" y="2187320"/>
            <a:ext cx="510857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commit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echo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"Hello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GitHub"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README.md </a:t>
            </a:r>
            <a:r>
              <a:rPr sz="2800" dirty="0">
                <a:latin typeface="Calibri"/>
                <a:cs typeface="Calibri"/>
              </a:rPr>
              <a:t>git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README.md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"Add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README"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6948" y="4321302"/>
            <a:ext cx="89249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repo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  <a:hlinkClick r:id="rId2"/>
              </a:rPr>
              <a:t>https://github.com/username/demo.git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16948" y="5601716"/>
            <a:ext cx="355472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Push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GitHub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push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u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master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16948" y="6881876"/>
            <a:ext cx="44469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switch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branch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checkout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b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feature-update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6948" y="8162290"/>
            <a:ext cx="523811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#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commit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echo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"New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feature"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&gt;&gt;</a:t>
            </a:r>
            <a:r>
              <a:rPr sz="2800" spc="-10" dirty="0">
                <a:latin typeface="Calibri"/>
                <a:cs typeface="Calibri"/>
              </a:rPr>
              <a:t> README.md </a:t>
            </a:r>
            <a:r>
              <a:rPr sz="2800" dirty="0">
                <a:latin typeface="Calibri"/>
                <a:cs typeface="Calibri"/>
              </a:rPr>
              <a:t>git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README.md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git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commit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"Add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feature"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698" y="563626"/>
            <a:ext cx="9869170" cy="74757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0280" y="8533586"/>
            <a:ext cx="16596994" cy="1252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30"/>
              </a:spcBef>
            </a:pPr>
            <a:r>
              <a:rPr sz="2700" spc="-90" dirty="0">
                <a:latin typeface="Tahoma"/>
                <a:cs typeface="Tahoma"/>
              </a:rPr>
              <a:t>With</a:t>
            </a:r>
            <a:r>
              <a:rPr sz="2700" spc="-355" dirty="0">
                <a:latin typeface="Tahoma"/>
                <a:cs typeface="Tahoma"/>
              </a:rPr>
              <a:t> </a:t>
            </a:r>
            <a:r>
              <a:rPr sz="2700" spc="-60" dirty="0">
                <a:latin typeface="Tahoma"/>
                <a:cs typeface="Tahoma"/>
              </a:rPr>
              <a:t>Git,</a:t>
            </a:r>
            <a:r>
              <a:rPr sz="2700" spc="-31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all</a:t>
            </a:r>
            <a:r>
              <a:rPr sz="2700" spc="-220" dirty="0">
                <a:latin typeface="Tahoma"/>
                <a:cs typeface="Tahoma"/>
              </a:rPr>
              <a:t> </a:t>
            </a:r>
            <a:r>
              <a:rPr sz="2700" spc="-50" dirty="0">
                <a:latin typeface="Tahoma"/>
                <a:cs typeface="Tahoma"/>
              </a:rPr>
              <a:t>contributors</a:t>
            </a:r>
            <a:r>
              <a:rPr sz="2700" spc="-220" dirty="0">
                <a:latin typeface="Tahoma"/>
                <a:cs typeface="Tahoma"/>
              </a:rPr>
              <a:t> </a:t>
            </a:r>
            <a:r>
              <a:rPr sz="2700" spc="-90" dirty="0">
                <a:latin typeface="Tahoma"/>
                <a:cs typeface="Tahoma"/>
              </a:rPr>
              <a:t>have</a:t>
            </a:r>
            <a:r>
              <a:rPr sz="2700" spc="-295" dirty="0">
                <a:latin typeface="Tahoma"/>
                <a:cs typeface="Tahoma"/>
              </a:rPr>
              <a:t> </a:t>
            </a:r>
            <a:r>
              <a:rPr sz="2700" dirty="0">
                <a:latin typeface="Tahoma"/>
                <a:cs typeface="Tahoma"/>
              </a:rPr>
              <a:t>a</a:t>
            </a:r>
            <a:r>
              <a:rPr sz="2700" spc="-310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copy</a:t>
            </a:r>
            <a:r>
              <a:rPr sz="2700" spc="-280" dirty="0">
                <a:latin typeface="Tahoma"/>
                <a:cs typeface="Tahoma"/>
              </a:rPr>
              <a:t> </a:t>
            </a:r>
            <a:r>
              <a:rPr sz="2700" spc="-35" dirty="0">
                <a:latin typeface="Tahoma"/>
                <a:cs typeface="Tahoma"/>
              </a:rPr>
              <a:t>of</a:t>
            </a:r>
            <a:r>
              <a:rPr sz="2700" spc="-275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295" dirty="0">
                <a:latin typeface="Tahoma"/>
                <a:cs typeface="Tahoma"/>
              </a:rPr>
              <a:t> </a:t>
            </a:r>
            <a:r>
              <a:rPr sz="2700" spc="-75" dirty="0">
                <a:latin typeface="Tahoma"/>
                <a:cs typeface="Tahoma"/>
              </a:rPr>
              <a:t>repo,</a:t>
            </a:r>
            <a:r>
              <a:rPr sz="2700" spc="-305" dirty="0">
                <a:latin typeface="Tahoma"/>
                <a:cs typeface="Tahoma"/>
              </a:rPr>
              <a:t> </a:t>
            </a:r>
            <a:r>
              <a:rPr sz="2700" spc="-40" dirty="0">
                <a:latin typeface="Tahoma"/>
                <a:cs typeface="Tahoma"/>
              </a:rPr>
              <a:t>with</a:t>
            </a:r>
            <a:r>
              <a:rPr sz="2700" spc="-29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all</a:t>
            </a:r>
            <a:r>
              <a:rPr sz="2700" spc="-220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files</a:t>
            </a:r>
            <a:r>
              <a:rPr sz="2700" spc="-270" dirty="0">
                <a:latin typeface="Tahoma"/>
                <a:cs typeface="Tahoma"/>
              </a:rPr>
              <a:t> </a:t>
            </a:r>
            <a:r>
              <a:rPr sz="2700" spc="-45" dirty="0">
                <a:latin typeface="Tahoma"/>
                <a:cs typeface="Tahoma"/>
              </a:rPr>
              <a:t>and</a:t>
            </a:r>
            <a:r>
              <a:rPr sz="2700" spc="-300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the</a:t>
            </a:r>
            <a:r>
              <a:rPr sz="2700" spc="-295" dirty="0">
                <a:latin typeface="Tahoma"/>
                <a:cs typeface="Tahoma"/>
              </a:rPr>
              <a:t> </a:t>
            </a:r>
            <a:r>
              <a:rPr sz="2700" spc="-20" dirty="0">
                <a:latin typeface="Tahoma"/>
                <a:cs typeface="Tahoma"/>
              </a:rPr>
              <a:t>full</a:t>
            </a:r>
            <a:r>
              <a:rPr sz="2700" spc="-270" dirty="0">
                <a:latin typeface="Tahoma"/>
                <a:cs typeface="Tahoma"/>
              </a:rPr>
              <a:t> </a:t>
            </a:r>
            <a:r>
              <a:rPr sz="2700" spc="-70" dirty="0">
                <a:latin typeface="Tahoma"/>
                <a:cs typeface="Tahoma"/>
              </a:rPr>
              <a:t>history.</a:t>
            </a:r>
            <a:r>
              <a:rPr sz="2700" spc="-280" dirty="0">
                <a:latin typeface="Tahoma"/>
                <a:cs typeface="Tahoma"/>
              </a:rPr>
              <a:t> </a:t>
            </a:r>
            <a:r>
              <a:rPr sz="2700" spc="-95" dirty="0">
                <a:latin typeface="Tahoma"/>
                <a:cs typeface="Tahoma"/>
              </a:rPr>
              <a:t>It</a:t>
            </a:r>
            <a:r>
              <a:rPr sz="2700" spc="-380" dirty="0">
                <a:latin typeface="Tahoma"/>
                <a:cs typeface="Tahoma"/>
              </a:rPr>
              <a:t> </a:t>
            </a:r>
            <a:r>
              <a:rPr sz="2700" spc="-30" dirty="0">
                <a:latin typeface="Tahoma"/>
                <a:cs typeface="Tahoma"/>
              </a:rPr>
              <a:t>is</a:t>
            </a:r>
            <a:r>
              <a:rPr sz="2700" spc="-260" dirty="0">
                <a:latin typeface="Tahoma"/>
                <a:cs typeface="Tahoma"/>
              </a:rPr>
              <a:t> </a:t>
            </a:r>
            <a:r>
              <a:rPr sz="2700" spc="-25" dirty="0">
                <a:latin typeface="Tahoma"/>
                <a:cs typeface="Tahoma"/>
              </a:rPr>
              <a:t>typical</a:t>
            </a:r>
            <a:r>
              <a:rPr sz="2700" spc="-260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to</a:t>
            </a:r>
            <a:r>
              <a:rPr sz="2700" spc="-220" dirty="0">
                <a:latin typeface="Tahoma"/>
                <a:cs typeface="Tahoma"/>
              </a:rPr>
              <a:t> </a:t>
            </a:r>
            <a:r>
              <a:rPr sz="2700" spc="-70" dirty="0">
                <a:latin typeface="Tahoma"/>
                <a:cs typeface="Tahoma"/>
              </a:rPr>
              <a:t>stay</a:t>
            </a:r>
            <a:r>
              <a:rPr sz="2700" spc="-28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in</a:t>
            </a:r>
            <a:r>
              <a:rPr sz="2700" spc="-245" dirty="0">
                <a:latin typeface="Tahoma"/>
                <a:cs typeface="Tahoma"/>
              </a:rPr>
              <a:t> </a:t>
            </a:r>
            <a:r>
              <a:rPr sz="2700" spc="-75" dirty="0">
                <a:latin typeface="Tahoma"/>
                <a:cs typeface="Tahoma"/>
              </a:rPr>
              <a:t>sync</a:t>
            </a:r>
            <a:r>
              <a:rPr sz="2700" spc="-260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through </a:t>
            </a:r>
            <a:r>
              <a:rPr sz="2700" spc="-45" dirty="0">
                <a:latin typeface="Tahoma"/>
                <a:cs typeface="Tahoma"/>
              </a:rPr>
              <a:t>the</a:t>
            </a:r>
            <a:r>
              <a:rPr sz="2700" spc="-295" dirty="0">
                <a:latin typeface="Tahoma"/>
                <a:cs typeface="Tahoma"/>
              </a:rPr>
              <a:t> </a:t>
            </a:r>
            <a:r>
              <a:rPr sz="2700" spc="-80" dirty="0">
                <a:latin typeface="Tahoma"/>
                <a:cs typeface="Tahoma"/>
              </a:rPr>
              <a:t>use</a:t>
            </a:r>
            <a:r>
              <a:rPr sz="2700" spc="-290" dirty="0">
                <a:latin typeface="Tahoma"/>
                <a:cs typeface="Tahoma"/>
              </a:rPr>
              <a:t> </a:t>
            </a:r>
            <a:r>
              <a:rPr sz="2700" spc="-35" dirty="0">
                <a:latin typeface="Tahoma"/>
                <a:cs typeface="Tahoma"/>
              </a:rPr>
              <a:t>of</a:t>
            </a:r>
            <a:r>
              <a:rPr sz="2700" spc="-265" dirty="0">
                <a:latin typeface="Tahoma"/>
                <a:cs typeface="Tahoma"/>
              </a:rPr>
              <a:t> </a:t>
            </a:r>
            <a:r>
              <a:rPr sz="2700" dirty="0">
                <a:latin typeface="Tahoma"/>
                <a:cs typeface="Tahoma"/>
              </a:rPr>
              <a:t>a</a:t>
            </a:r>
            <a:r>
              <a:rPr sz="2700" spc="-300" dirty="0">
                <a:latin typeface="Tahoma"/>
                <a:cs typeface="Tahoma"/>
              </a:rPr>
              <a:t> </a:t>
            </a:r>
            <a:r>
              <a:rPr sz="2700" spc="-50" dirty="0">
                <a:latin typeface="Tahoma"/>
                <a:cs typeface="Tahoma"/>
              </a:rPr>
              <a:t>central</a:t>
            </a:r>
            <a:r>
              <a:rPr sz="2700" spc="-250" dirty="0">
                <a:latin typeface="Tahoma"/>
                <a:cs typeface="Tahoma"/>
              </a:rPr>
              <a:t> </a:t>
            </a:r>
            <a:r>
              <a:rPr sz="2700" spc="-70" dirty="0">
                <a:latin typeface="Tahoma"/>
                <a:cs typeface="Tahoma"/>
              </a:rPr>
              <a:t>remote</a:t>
            </a:r>
            <a:r>
              <a:rPr sz="2700" spc="-265" dirty="0">
                <a:latin typeface="Tahoma"/>
                <a:cs typeface="Tahoma"/>
              </a:rPr>
              <a:t> </a:t>
            </a:r>
            <a:r>
              <a:rPr sz="2700" spc="-75" dirty="0">
                <a:latin typeface="Tahoma"/>
                <a:cs typeface="Tahoma"/>
              </a:rPr>
              <a:t>repo,</a:t>
            </a:r>
            <a:r>
              <a:rPr sz="2700" spc="-285" dirty="0">
                <a:latin typeface="Tahoma"/>
                <a:cs typeface="Tahoma"/>
              </a:rPr>
              <a:t> </a:t>
            </a:r>
            <a:r>
              <a:rPr sz="2700" spc="-60" dirty="0">
                <a:latin typeface="Tahoma"/>
                <a:cs typeface="Tahoma"/>
              </a:rPr>
              <a:t>such</a:t>
            </a:r>
            <a:r>
              <a:rPr sz="2700" spc="-290" dirty="0">
                <a:latin typeface="Tahoma"/>
                <a:cs typeface="Tahoma"/>
              </a:rPr>
              <a:t> </a:t>
            </a:r>
            <a:r>
              <a:rPr sz="2700" spc="-45" dirty="0">
                <a:latin typeface="Tahoma"/>
                <a:cs typeface="Tahoma"/>
              </a:rPr>
              <a:t>as</a:t>
            </a:r>
            <a:r>
              <a:rPr sz="2700" spc="-300" dirty="0">
                <a:latin typeface="Tahoma"/>
                <a:cs typeface="Tahoma"/>
              </a:rPr>
              <a:t> </a:t>
            </a:r>
            <a:r>
              <a:rPr sz="2700" spc="-75" dirty="0">
                <a:latin typeface="Tahoma"/>
                <a:cs typeface="Tahoma"/>
              </a:rPr>
              <a:t>GitHub.</a:t>
            </a:r>
            <a:r>
              <a:rPr sz="2700" spc="-260" dirty="0">
                <a:latin typeface="Tahoma"/>
                <a:cs typeface="Tahoma"/>
              </a:rPr>
              <a:t> </a:t>
            </a:r>
            <a:r>
              <a:rPr sz="2700" spc="-70" dirty="0">
                <a:latin typeface="Tahoma"/>
                <a:cs typeface="Tahoma"/>
              </a:rPr>
              <a:t>Hosted</a:t>
            </a:r>
            <a:r>
              <a:rPr sz="2700" spc="-260" dirty="0">
                <a:latin typeface="Tahoma"/>
                <a:cs typeface="Tahoma"/>
              </a:rPr>
              <a:t> </a:t>
            </a:r>
            <a:r>
              <a:rPr sz="2700" spc="-80" dirty="0">
                <a:latin typeface="Tahoma"/>
                <a:cs typeface="Tahoma"/>
              </a:rPr>
              <a:t>remotes</a:t>
            </a:r>
            <a:r>
              <a:rPr sz="2700" spc="-254" dirty="0">
                <a:latin typeface="Tahoma"/>
                <a:cs typeface="Tahoma"/>
              </a:rPr>
              <a:t> </a:t>
            </a:r>
            <a:r>
              <a:rPr sz="2700" spc="-30" dirty="0">
                <a:latin typeface="Tahoma"/>
                <a:cs typeface="Tahoma"/>
              </a:rPr>
              <a:t>like</a:t>
            </a:r>
            <a:r>
              <a:rPr sz="2700" spc="-240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GitHub</a:t>
            </a:r>
            <a:r>
              <a:rPr sz="2700" spc="-300" dirty="0">
                <a:latin typeface="Tahoma"/>
                <a:cs typeface="Tahoma"/>
              </a:rPr>
              <a:t> </a:t>
            </a:r>
            <a:r>
              <a:rPr sz="2700" spc="-40" dirty="0">
                <a:latin typeface="Tahoma"/>
                <a:cs typeface="Tahoma"/>
              </a:rPr>
              <a:t>also</a:t>
            </a:r>
            <a:r>
              <a:rPr sz="2700" spc="-235" dirty="0">
                <a:latin typeface="Tahoma"/>
                <a:cs typeface="Tahoma"/>
              </a:rPr>
              <a:t> </a:t>
            </a:r>
            <a:r>
              <a:rPr sz="2700" spc="-60" dirty="0">
                <a:latin typeface="Tahoma"/>
                <a:cs typeface="Tahoma"/>
              </a:rPr>
              <a:t>provide</a:t>
            </a:r>
            <a:r>
              <a:rPr sz="2700" spc="-220" dirty="0">
                <a:latin typeface="Tahoma"/>
                <a:cs typeface="Tahoma"/>
              </a:rPr>
              <a:t> </a:t>
            </a:r>
            <a:r>
              <a:rPr sz="2700" spc="-75" dirty="0">
                <a:latin typeface="Tahoma"/>
                <a:cs typeface="Tahoma"/>
              </a:rPr>
              <a:t>access</a:t>
            </a:r>
            <a:r>
              <a:rPr sz="2700" spc="-26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to</a:t>
            </a:r>
            <a:r>
              <a:rPr sz="2700" spc="-215" dirty="0">
                <a:latin typeface="Tahoma"/>
                <a:cs typeface="Tahoma"/>
              </a:rPr>
              <a:t> </a:t>
            </a:r>
            <a:r>
              <a:rPr sz="2700" spc="-45" dirty="0">
                <a:latin typeface="Tahoma"/>
                <a:cs typeface="Tahoma"/>
              </a:rPr>
              <a:t>the</a:t>
            </a:r>
            <a:r>
              <a:rPr sz="2700" spc="-280" dirty="0">
                <a:latin typeface="Tahoma"/>
                <a:cs typeface="Tahoma"/>
              </a:rPr>
              <a:t> </a:t>
            </a:r>
            <a:r>
              <a:rPr sz="2700" spc="-55" dirty="0">
                <a:latin typeface="Tahoma"/>
                <a:cs typeface="Tahoma"/>
              </a:rPr>
              <a:t>repo</a:t>
            </a:r>
            <a:r>
              <a:rPr sz="2700" spc="-28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through </a:t>
            </a:r>
            <a:r>
              <a:rPr sz="2700" dirty="0">
                <a:latin typeface="Tahoma"/>
                <a:cs typeface="Tahoma"/>
              </a:rPr>
              <a:t>a</a:t>
            </a:r>
            <a:r>
              <a:rPr sz="2700" spc="-370" dirty="0">
                <a:latin typeface="Tahoma"/>
                <a:cs typeface="Tahoma"/>
              </a:rPr>
              <a:t> </a:t>
            </a:r>
            <a:r>
              <a:rPr sz="2700" spc="-65" dirty="0">
                <a:latin typeface="Tahoma"/>
                <a:cs typeface="Tahoma"/>
              </a:rPr>
              <a:t>web</a:t>
            </a:r>
            <a:r>
              <a:rPr sz="2700" spc="-35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browser.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0765" rIns="0" bIns="0" rtlCol="0">
            <a:spAutoFit/>
          </a:bodyPr>
          <a:lstStyle/>
          <a:p>
            <a:pPr marL="527050" marR="5080">
              <a:lnSpc>
                <a:spcPct val="100899"/>
              </a:lnSpc>
              <a:spcBef>
                <a:spcPts val="60"/>
              </a:spcBef>
            </a:pPr>
            <a:r>
              <a:rPr dirty="0"/>
              <a:t>GIT</a:t>
            </a:r>
            <a:r>
              <a:rPr spc="185" dirty="0"/>
              <a:t> </a:t>
            </a:r>
            <a:r>
              <a:rPr dirty="0"/>
              <a:t>CAN</a:t>
            </a:r>
            <a:r>
              <a:rPr spc="160" dirty="0"/>
              <a:t> </a:t>
            </a:r>
            <a:r>
              <a:rPr spc="50" dirty="0"/>
              <a:t>BE</a:t>
            </a:r>
            <a:r>
              <a:rPr spc="280" dirty="0"/>
              <a:t> </a:t>
            </a:r>
            <a:r>
              <a:rPr spc="114" dirty="0"/>
              <a:t>COMPLICATED</a:t>
            </a:r>
            <a:r>
              <a:rPr spc="30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105" dirty="0"/>
              <a:t>FIRST</a:t>
            </a:r>
            <a:r>
              <a:rPr spc="285" dirty="0"/>
              <a:t> </a:t>
            </a:r>
            <a:r>
              <a:rPr dirty="0"/>
              <a:t>BUT</a:t>
            </a:r>
            <a:r>
              <a:rPr spc="130" dirty="0"/>
              <a:t> </a:t>
            </a:r>
            <a:r>
              <a:rPr spc="165" dirty="0"/>
              <a:t>IS</a:t>
            </a:r>
            <a:r>
              <a:rPr spc="459" dirty="0"/>
              <a:t> </a:t>
            </a:r>
            <a:r>
              <a:rPr dirty="0"/>
              <a:t>EASY</a:t>
            </a:r>
            <a:r>
              <a:rPr spc="135" dirty="0"/>
              <a:t> </a:t>
            </a:r>
            <a:r>
              <a:rPr spc="-25" dirty="0"/>
              <a:t>TO </a:t>
            </a:r>
            <a:r>
              <a:rPr spc="-10" dirty="0"/>
              <a:t>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6213" y="3133470"/>
            <a:ext cx="8319770" cy="3223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latin typeface="Trebuchet MS"/>
                <a:cs typeface="Trebuchet MS"/>
              </a:rPr>
              <a:t>Here</a:t>
            </a:r>
            <a:r>
              <a:rPr sz="3600" spc="-520" dirty="0">
                <a:latin typeface="Trebuchet MS"/>
                <a:cs typeface="Trebuchet MS"/>
              </a:rPr>
              <a:t> </a:t>
            </a:r>
            <a:r>
              <a:rPr sz="3600" spc="-160" dirty="0">
                <a:latin typeface="Trebuchet MS"/>
                <a:cs typeface="Trebuchet MS"/>
              </a:rPr>
              <a:t>are</a:t>
            </a:r>
            <a:r>
              <a:rPr sz="3600" spc="-540" dirty="0">
                <a:latin typeface="Trebuchet MS"/>
                <a:cs typeface="Trebuchet MS"/>
              </a:rPr>
              <a:t> </a:t>
            </a:r>
            <a:r>
              <a:rPr sz="3600" spc="-100" dirty="0">
                <a:latin typeface="Trebuchet MS"/>
                <a:cs typeface="Trebuchet MS"/>
              </a:rPr>
              <a:t>some</a:t>
            </a:r>
            <a:r>
              <a:rPr sz="3600" spc="-380" dirty="0">
                <a:latin typeface="Trebuchet MS"/>
                <a:cs typeface="Trebuchet MS"/>
              </a:rPr>
              <a:t> </a:t>
            </a:r>
            <a:r>
              <a:rPr sz="3600" spc="-185" dirty="0">
                <a:latin typeface="Trebuchet MS"/>
                <a:cs typeface="Trebuchet MS"/>
              </a:rPr>
              <a:t>great</a:t>
            </a:r>
            <a:r>
              <a:rPr sz="3600" spc="-550" dirty="0">
                <a:latin typeface="Trebuchet MS"/>
                <a:cs typeface="Trebuchet MS"/>
              </a:rPr>
              <a:t> </a:t>
            </a:r>
            <a:r>
              <a:rPr sz="3600" spc="-145" dirty="0">
                <a:latin typeface="Trebuchet MS"/>
                <a:cs typeface="Trebuchet MS"/>
              </a:rPr>
              <a:t>places</a:t>
            </a:r>
            <a:r>
              <a:rPr sz="3600" spc="-475" dirty="0">
                <a:latin typeface="Trebuchet MS"/>
                <a:cs typeface="Trebuchet MS"/>
              </a:rPr>
              <a:t> </a:t>
            </a:r>
            <a:r>
              <a:rPr sz="3600" spc="-114" dirty="0">
                <a:latin typeface="Trebuchet MS"/>
                <a:cs typeface="Trebuchet MS"/>
              </a:rPr>
              <a:t>to</a:t>
            </a:r>
            <a:r>
              <a:rPr sz="3600" spc="-475" dirty="0">
                <a:latin typeface="Trebuchet MS"/>
                <a:cs typeface="Trebuchet MS"/>
              </a:rPr>
              <a:t> </a:t>
            </a:r>
            <a:r>
              <a:rPr sz="3600" spc="-50" dirty="0">
                <a:latin typeface="Trebuchet MS"/>
                <a:cs typeface="Trebuchet MS"/>
              </a:rPr>
              <a:t>go</a:t>
            </a:r>
            <a:r>
              <a:rPr sz="3600" spc="-340" dirty="0">
                <a:latin typeface="Trebuchet MS"/>
                <a:cs typeface="Trebuchet MS"/>
              </a:rPr>
              <a:t> </a:t>
            </a:r>
            <a:r>
              <a:rPr sz="3600" spc="-110" dirty="0">
                <a:latin typeface="Trebuchet MS"/>
                <a:cs typeface="Trebuchet MS"/>
              </a:rPr>
              <a:t>to</a:t>
            </a:r>
            <a:r>
              <a:rPr sz="3600" spc="-475" dirty="0">
                <a:latin typeface="Trebuchet MS"/>
                <a:cs typeface="Trebuchet MS"/>
              </a:rPr>
              <a:t> </a:t>
            </a:r>
            <a:r>
              <a:rPr sz="3600" spc="-165" dirty="0">
                <a:latin typeface="Trebuchet MS"/>
                <a:cs typeface="Trebuchet MS"/>
              </a:rPr>
              <a:t>learn</a:t>
            </a:r>
            <a:r>
              <a:rPr sz="3600" spc="-530" dirty="0">
                <a:latin typeface="Trebuchet MS"/>
                <a:cs typeface="Trebuchet MS"/>
              </a:rPr>
              <a:t> </a:t>
            </a:r>
            <a:r>
              <a:rPr sz="3600" spc="-90" dirty="0">
                <a:latin typeface="Trebuchet MS"/>
                <a:cs typeface="Trebuchet MS"/>
              </a:rPr>
              <a:t>Git: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3600">
              <a:latin typeface="Trebuchet MS"/>
              <a:cs typeface="Trebuchet MS"/>
            </a:endParaRPr>
          </a:p>
          <a:p>
            <a:pPr marL="781685" indent="-768985">
              <a:lnSpc>
                <a:spcPts val="3220"/>
              </a:lnSpc>
              <a:buFont typeface="Arial MT"/>
              <a:buChar char="•"/>
              <a:tabLst>
                <a:tab pos="781685" algn="l"/>
              </a:tabLst>
            </a:pPr>
            <a:r>
              <a:rPr sz="2700" u="sng" spc="-8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Udemy</a:t>
            </a:r>
            <a:r>
              <a:rPr sz="2700" u="sng" spc="-28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-</a:t>
            </a:r>
            <a:r>
              <a:rPr sz="2700" u="sng" spc="-36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3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Git</a:t>
            </a:r>
            <a:r>
              <a:rPr sz="2700" u="sng" spc="-23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5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complete</a:t>
            </a:r>
            <a:r>
              <a:rPr sz="2700" u="sng" spc="-2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8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step-</a:t>
            </a:r>
            <a:r>
              <a:rPr sz="2700" u="sng" spc="-114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by-</a:t>
            </a:r>
            <a:r>
              <a:rPr sz="2700" u="sng" spc="-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step</a:t>
            </a:r>
            <a:r>
              <a:rPr sz="2700" u="sng" spc="-27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guide</a:t>
            </a:r>
            <a:endParaRPr sz="2700">
              <a:latin typeface="Tahoma"/>
              <a:cs typeface="Tahoma"/>
            </a:endParaRPr>
          </a:p>
          <a:p>
            <a:pPr marL="781685" indent="-768985">
              <a:lnSpc>
                <a:spcPts val="3220"/>
              </a:lnSpc>
              <a:buFont typeface="Arial MT"/>
              <a:buChar char="•"/>
              <a:tabLst>
                <a:tab pos="781685" algn="l"/>
              </a:tabLst>
            </a:pPr>
            <a:r>
              <a:rPr sz="2700" u="sng" spc="-1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TeamTreehouse</a:t>
            </a:r>
            <a:r>
              <a:rPr sz="2700" u="sng" spc="-27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-</a:t>
            </a:r>
            <a:r>
              <a:rPr sz="2700" u="sng" spc="-34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4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Git</a:t>
            </a:r>
            <a:r>
              <a:rPr sz="2700" u="sng" spc="-204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Basics</a:t>
            </a:r>
            <a:endParaRPr sz="2700">
              <a:latin typeface="Tahoma"/>
              <a:cs typeface="Tahoma"/>
            </a:endParaRPr>
          </a:p>
          <a:p>
            <a:pPr marL="781685" indent="-768985">
              <a:lnSpc>
                <a:spcPts val="3220"/>
              </a:lnSpc>
              <a:spcBef>
                <a:spcPts val="60"/>
              </a:spcBef>
              <a:buFont typeface="Arial MT"/>
              <a:buChar char="•"/>
              <a:tabLst>
                <a:tab pos="781685" algn="l"/>
              </a:tabLst>
            </a:pPr>
            <a:r>
              <a:rPr sz="2700" u="sng" spc="-8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Codecademy</a:t>
            </a:r>
            <a:r>
              <a:rPr sz="2700" u="sng" spc="-2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-</a:t>
            </a:r>
            <a:r>
              <a:rPr sz="2700" u="sng" spc="-37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7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Learn</a:t>
            </a:r>
            <a:r>
              <a:rPr sz="2700" u="sng" spc="-25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2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Git</a:t>
            </a:r>
            <a:endParaRPr sz="2700">
              <a:latin typeface="Tahoma"/>
              <a:cs typeface="Tahoma"/>
            </a:endParaRPr>
          </a:p>
          <a:p>
            <a:pPr marL="781685" indent="-768985">
              <a:lnSpc>
                <a:spcPts val="3220"/>
              </a:lnSpc>
              <a:buFont typeface="Arial MT"/>
              <a:buChar char="•"/>
              <a:tabLst>
                <a:tab pos="781685" algn="l"/>
              </a:tabLst>
            </a:pPr>
            <a:r>
              <a:rPr sz="2700" u="sng" spc="-6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Lynda.com</a:t>
            </a:r>
            <a:r>
              <a:rPr sz="2700" u="sng" spc="-32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-</a:t>
            </a:r>
            <a:r>
              <a:rPr sz="2700" u="sng" spc="-3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3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Git</a:t>
            </a:r>
            <a:r>
              <a:rPr sz="2700" u="sng" spc="-2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5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Essential</a:t>
            </a:r>
            <a:r>
              <a:rPr sz="2700" u="sng" spc="-31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Training</a:t>
            </a:r>
            <a:endParaRPr sz="2700">
              <a:latin typeface="Tahoma"/>
              <a:cs typeface="Tahoma"/>
            </a:endParaRPr>
          </a:p>
          <a:p>
            <a:pPr marL="781685" indent="-7689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781685" algn="l"/>
              </a:tabLst>
            </a:pPr>
            <a:r>
              <a:rPr sz="2700" u="sng" spc="-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atlassian.com</a:t>
            </a:r>
            <a:r>
              <a:rPr sz="2700" u="sng" spc="-26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-</a:t>
            </a:r>
            <a:r>
              <a:rPr sz="2700" u="sng" spc="-37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7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Getting</a:t>
            </a:r>
            <a:r>
              <a:rPr sz="2700" u="sng" spc="-21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3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Git</a:t>
            </a:r>
            <a:r>
              <a:rPr sz="2700" u="sng" spc="-225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 </a:t>
            </a:r>
            <a:r>
              <a:rPr sz="2700" u="sng" spc="-10" dirty="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Tahoma"/>
                <a:cs typeface="Tahoma"/>
              </a:rPr>
              <a:t>Right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8583" y="1774317"/>
            <a:ext cx="2857500" cy="1181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0798" y="4294759"/>
            <a:ext cx="9640824" cy="461251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38644" y="6691426"/>
            <a:ext cx="6555740" cy="2618105"/>
            <a:chOff x="1038644" y="6691426"/>
            <a:chExt cx="6555740" cy="261810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8644" y="6691426"/>
              <a:ext cx="6555613" cy="26179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12490" y="7952257"/>
              <a:ext cx="3081020" cy="342265"/>
            </a:xfrm>
            <a:custGeom>
              <a:avLst/>
              <a:gdLst/>
              <a:ahLst/>
              <a:cxnLst/>
              <a:rect l="l" t="t" r="r" b="b"/>
              <a:pathLst>
                <a:path w="3081020" h="342265">
                  <a:moveTo>
                    <a:pt x="3080638" y="0"/>
                  </a:moveTo>
                  <a:lnTo>
                    <a:pt x="0" y="0"/>
                  </a:lnTo>
                  <a:lnTo>
                    <a:pt x="0" y="342239"/>
                  </a:lnTo>
                  <a:lnTo>
                    <a:pt x="3080638" y="342239"/>
                  </a:lnTo>
                  <a:lnTo>
                    <a:pt x="3080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1479" y="586485"/>
            <a:ext cx="7401559" cy="11353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"/>
              </a:spcBef>
            </a:pPr>
            <a:r>
              <a:rPr dirty="0"/>
              <a:t>MANY</a:t>
            </a:r>
            <a:r>
              <a:rPr spc="95" dirty="0"/>
              <a:t> </a:t>
            </a:r>
            <a:r>
              <a:rPr dirty="0"/>
              <a:t>GIT</a:t>
            </a:r>
            <a:r>
              <a:rPr spc="130" dirty="0"/>
              <a:t> </a:t>
            </a:r>
            <a:r>
              <a:rPr spc="195" dirty="0"/>
              <a:t>COMMANDS</a:t>
            </a:r>
            <a:r>
              <a:rPr spc="345" dirty="0"/>
              <a:t> </a:t>
            </a:r>
            <a:r>
              <a:rPr dirty="0"/>
              <a:t>CAN</a:t>
            </a:r>
            <a:r>
              <a:rPr spc="120" dirty="0"/>
              <a:t> </a:t>
            </a:r>
            <a:r>
              <a:rPr spc="254" dirty="0"/>
              <a:t>BE </a:t>
            </a:r>
            <a:r>
              <a:rPr spc="75" dirty="0"/>
              <a:t>EXECTUED</a:t>
            </a:r>
            <a:r>
              <a:rPr spc="290" dirty="0"/>
              <a:t> </a:t>
            </a:r>
            <a:r>
              <a:rPr dirty="0"/>
              <a:t>WITH</a:t>
            </a:r>
            <a:r>
              <a:rPr spc="170" dirty="0"/>
              <a:t> </a:t>
            </a:r>
            <a:r>
              <a:rPr spc="105" dirty="0"/>
              <a:t>GITHUB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296" y="2187320"/>
            <a:ext cx="16780243" cy="1501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91" y="3924300"/>
            <a:ext cx="16795496" cy="17974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093" y="5972175"/>
            <a:ext cx="16852773" cy="15078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658" y="7761261"/>
            <a:ext cx="16894556" cy="12152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56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00" dirty="0"/>
              <a:t> </a:t>
            </a:r>
            <a:r>
              <a:rPr spc="175" dirty="0"/>
              <a:t>DOES</a:t>
            </a:r>
            <a:r>
              <a:rPr spc="340" dirty="0"/>
              <a:t> </a:t>
            </a:r>
            <a:r>
              <a:rPr dirty="0"/>
              <a:t>GIT</a:t>
            </a:r>
            <a:r>
              <a:rPr spc="125" dirty="0"/>
              <a:t> </a:t>
            </a:r>
            <a:r>
              <a:rPr dirty="0"/>
              <a:t>WORK:</a:t>
            </a:r>
            <a:r>
              <a:rPr spc="-110" dirty="0"/>
              <a:t> </a:t>
            </a:r>
            <a:r>
              <a:rPr dirty="0"/>
              <a:t>KEY</a:t>
            </a:r>
            <a:r>
              <a:rPr spc="-245" dirty="0"/>
              <a:t> </a:t>
            </a:r>
            <a:r>
              <a:rPr spc="155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209" y="3071571"/>
            <a:ext cx="11202035" cy="5983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0585" marR="5080" indent="-858519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870585" algn="l"/>
              </a:tabLst>
            </a:pPr>
            <a:r>
              <a:rPr sz="3450" spc="-190" dirty="0">
                <a:latin typeface="Trebuchet MS"/>
                <a:cs typeface="Trebuchet MS"/>
              </a:rPr>
              <a:t>Git</a:t>
            </a:r>
            <a:r>
              <a:rPr sz="3450" spc="-55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keeps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track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of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your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files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using</a:t>
            </a:r>
            <a:r>
              <a:rPr sz="3450" spc="-30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“snapshots”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record </a:t>
            </a:r>
            <a:r>
              <a:rPr sz="3450" spc="-165" dirty="0">
                <a:latin typeface="Trebuchet MS"/>
                <a:cs typeface="Trebuchet MS"/>
              </a:rPr>
              <a:t>what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files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in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your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repository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look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like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at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any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given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point </a:t>
            </a:r>
            <a:r>
              <a:rPr sz="3450" spc="-95" dirty="0">
                <a:latin typeface="Trebuchet MS"/>
                <a:cs typeface="Trebuchet MS"/>
              </a:rPr>
              <a:t>in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time</a:t>
            </a:r>
            <a:endParaRPr sz="3450">
              <a:latin typeface="Trebuchet MS"/>
              <a:cs typeface="Trebuchet MS"/>
            </a:endParaRPr>
          </a:p>
          <a:p>
            <a:pPr marL="870585" marR="188595" indent="-858519">
              <a:lnSpc>
                <a:spcPts val="4010"/>
              </a:lnSpc>
              <a:spcBef>
                <a:spcPts val="2200"/>
              </a:spcBef>
              <a:buFont typeface="Arial MT"/>
              <a:buChar char="•"/>
              <a:tabLst>
                <a:tab pos="870585" algn="l"/>
              </a:tabLst>
            </a:pPr>
            <a:r>
              <a:rPr sz="3450" spc="-135" dirty="0">
                <a:latin typeface="Trebuchet MS"/>
                <a:cs typeface="Trebuchet MS"/>
              </a:rPr>
              <a:t>You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decide</a:t>
            </a:r>
            <a:r>
              <a:rPr sz="3450" spc="-420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when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take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snapshot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and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of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what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235" dirty="0">
                <a:latin typeface="Trebuchet MS"/>
                <a:cs typeface="Trebuchet MS"/>
              </a:rPr>
              <a:t>files,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this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known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45" dirty="0">
                <a:latin typeface="Trebuchet MS"/>
                <a:cs typeface="Trebuchet MS"/>
              </a:rPr>
              <a:t>as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b="1" spc="-10" dirty="0">
                <a:solidFill>
                  <a:srgbClr val="006FC0"/>
                </a:solidFill>
                <a:latin typeface="Trebuchet MS"/>
                <a:cs typeface="Trebuchet MS"/>
              </a:rPr>
              <a:t>commit</a:t>
            </a:r>
            <a:endParaRPr sz="3450">
              <a:latin typeface="Trebuchet MS"/>
              <a:cs typeface="Trebuchet MS"/>
            </a:endParaRPr>
          </a:p>
          <a:p>
            <a:pPr marL="2242185" lvl="1" indent="-856615">
              <a:lnSpc>
                <a:spcPct val="100000"/>
              </a:lnSpc>
              <a:spcBef>
                <a:spcPts val="1695"/>
              </a:spcBef>
              <a:buFont typeface="Arial MT"/>
              <a:buChar char="•"/>
              <a:tabLst>
                <a:tab pos="2242185" algn="l"/>
              </a:tabLst>
            </a:pPr>
            <a:r>
              <a:rPr sz="3000" spc="-80" dirty="0">
                <a:latin typeface="Trebuchet MS"/>
                <a:cs typeface="Trebuchet MS"/>
              </a:rPr>
              <a:t>Can</a:t>
            </a:r>
            <a:r>
              <a:rPr sz="3000" spc="-370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be</a:t>
            </a:r>
            <a:r>
              <a:rPr sz="3000" spc="-400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used</a:t>
            </a:r>
            <a:r>
              <a:rPr sz="3000" spc="-335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as</a:t>
            </a:r>
            <a:r>
              <a:rPr sz="3000" spc="-325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noun</a:t>
            </a:r>
            <a:r>
              <a:rPr sz="3000" spc="-33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or</a:t>
            </a:r>
            <a:r>
              <a:rPr sz="3000" spc="-375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verb</a:t>
            </a:r>
            <a:endParaRPr sz="3000">
              <a:latin typeface="Trebuchet MS"/>
              <a:cs typeface="Trebuchet MS"/>
            </a:endParaRPr>
          </a:p>
          <a:p>
            <a:pPr marL="2242185" lvl="1" indent="-856615">
              <a:lnSpc>
                <a:spcPct val="100000"/>
              </a:lnSpc>
              <a:buFont typeface="Arial MT"/>
              <a:buChar char="•"/>
              <a:tabLst>
                <a:tab pos="2242185" algn="l"/>
              </a:tabLst>
            </a:pPr>
            <a:r>
              <a:rPr sz="3000" i="1" spc="-200" dirty="0">
                <a:latin typeface="Trebuchet MS"/>
                <a:cs typeface="Trebuchet MS"/>
              </a:rPr>
              <a:t>“I</a:t>
            </a:r>
            <a:r>
              <a:rPr sz="3000" i="1" spc="-635" dirty="0">
                <a:latin typeface="Trebuchet MS"/>
                <a:cs typeface="Trebuchet MS"/>
              </a:rPr>
              <a:t> </a:t>
            </a:r>
            <a:r>
              <a:rPr sz="3000" i="1" spc="-185" dirty="0">
                <a:latin typeface="Trebuchet MS"/>
                <a:cs typeface="Trebuchet MS"/>
              </a:rPr>
              <a:t>commited</a:t>
            </a:r>
            <a:r>
              <a:rPr sz="3000" i="1" spc="-495" dirty="0">
                <a:latin typeface="Trebuchet MS"/>
                <a:cs typeface="Trebuchet MS"/>
              </a:rPr>
              <a:t> </a:t>
            </a:r>
            <a:r>
              <a:rPr sz="3000" i="1" spc="-20" dirty="0">
                <a:latin typeface="Trebuchet MS"/>
                <a:cs typeface="Trebuchet MS"/>
              </a:rPr>
              <a:t>code”</a:t>
            </a:r>
            <a:endParaRPr sz="3000">
              <a:latin typeface="Trebuchet MS"/>
              <a:cs typeface="Trebuchet MS"/>
            </a:endParaRPr>
          </a:p>
          <a:p>
            <a:pPr marL="2242185">
              <a:lnSpc>
                <a:spcPct val="100000"/>
              </a:lnSpc>
            </a:pPr>
            <a:r>
              <a:rPr sz="3000" i="1" spc="-385" dirty="0">
                <a:latin typeface="Trebuchet MS"/>
                <a:cs typeface="Trebuchet MS"/>
              </a:rPr>
              <a:t>“</a:t>
            </a:r>
            <a:r>
              <a:rPr sz="3000" i="1" spc="204" dirty="0">
                <a:latin typeface="Trebuchet MS"/>
                <a:cs typeface="Trebuchet MS"/>
              </a:rPr>
              <a:t>I</a:t>
            </a:r>
            <a:r>
              <a:rPr sz="3000" i="1" spc="-280" dirty="0">
                <a:latin typeface="Trebuchet MS"/>
                <a:cs typeface="Trebuchet MS"/>
              </a:rPr>
              <a:t>j</a:t>
            </a:r>
            <a:r>
              <a:rPr sz="3000" i="1" spc="-290" dirty="0">
                <a:latin typeface="Trebuchet MS"/>
                <a:cs typeface="Trebuchet MS"/>
              </a:rPr>
              <a:t>u</a:t>
            </a:r>
            <a:r>
              <a:rPr sz="3000" i="1" spc="-285" dirty="0">
                <a:latin typeface="Trebuchet MS"/>
                <a:cs typeface="Trebuchet MS"/>
              </a:rPr>
              <a:t>s</a:t>
            </a:r>
            <a:r>
              <a:rPr sz="3000" i="1" spc="-15" dirty="0">
                <a:latin typeface="Trebuchet MS"/>
                <a:cs typeface="Trebuchet MS"/>
              </a:rPr>
              <a:t>t</a:t>
            </a:r>
            <a:r>
              <a:rPr sz="3000" i="1" spc="-565" dirty="0">
                <a:latin typeface="Trebuchet MS"/>
                <a:cs typeface="Trebuchet MS"/>
              </a:rPr>
              <a:t> </a:t>
            </a:r>
            <a:r>
              <a:rPr sz="3000" i="1" spc="-120" dirty="0">
                <a:latin typeface="Trebuchet MS"/>
                <a:cs typeface="Trebuchet MS"/>
              </a:rPr>
              <a:t>made</a:t>
            </a:r>
            <a:r>
              <a:rPr sz="3000" i="1" spc="-434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a</a:t>
            </a:r>
            <a:r>
              <a:rPr sz="3000" i="1" spc="-300" dirty="0">
                <a:latin typeface="Trebuchet MS"/>
                <a:cs typeface="Trebuchet MS"/>
              </a:rPr>
              <a:t> </a:t>
            </a:r>
            <a:r>
              <a:rPr sz="3000" i="1" spc="-150" dirty="0">
                <a:latin typeface="Trebuchet MS"/>
                <a:cs typeface="Trebuchet MS"/>
              </a:rPr>
              <a:t>new</a:t>
            </a:r>
            <a:r>
              <a:rPr sz="3000" i="1" spc="-484" dirty="0">
                <a:latin typeface="Trebuchet MS"/>
                <a:cs typeface="Trebuchet MS"/>
              </a:rPr>
              <a:t> </a:t>
            </a:r>
            <a:r>
              <a:rPr sz="3000" i="1" spc="-10" dirty="0">
                <a:latin typeface="Trebuchet MS"/>
                <a:cs typeface="Trebuchet MS"/>
              </a:rPr>
              <a:t>commit”</a:t>
            </a:r>
            <a:endParaRPr sz="3000">
              <a:latin typeface="Trebuchet MS"/>
              <a:cs typeface="Trebuchet MS"/>
            </a:endParaRPr>
          </a:p>
          <a:p>
            <a:pPr marL="870585" indent="-85661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870585" algn="l"/>
              </a:tabLst>
            </a:pPr>
            <a:r>
              <a:rPr sz="3450" spc="-150" dirty="0">
                <a:latin typeface="Trebuchet MS"/>
                <a:cs typeface="Trebuchet MS"/>
              </a:rPr>
              <a:t>Have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ability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30" dirty="0">
                <a:latin typeface="Trebuchet MS"/>
                <a:cs typeface="Trebuchet MS"/>
              </a:rPr>
              <a:t>go</a:t>
            </a:r>
            <a:r>
              <a:rPr sz="3450" spc="-335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back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visit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any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commit</a:t>
            </a:r>
            <a:endParaRPr sz="3450">
              <a:latin typeface="Trebuchet MS"/>
              <a:cs typeface="Trebuchet MS"/>
            </a:endParaRPr>
          </a:p>
          <a:p>
            <a:pPr marL="870585" indent="-856615">
              <a:lnSpc>
                <a:spcPct val="100000"/>
              </a:lnSpc>
              <a:spcBef>
                <a:spcPts val="1689"/>
              </a:spcBef>
              <a:buFont typeface="Arial MT"/>
              <a:buChar char="•"/>
              <a:tabLst>
                <a:tab pos="870585" algn="l"/>
              </a:tabLst>
            </a:pP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project</a:t>
            </a:r>
            <a:r>
              <a:rPr sz="3450" spc="-58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made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up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of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bunch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of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commits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0256" y="3249155"/>
            <a:ext cx="6587744" cy="669874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597" rIns="0" bIns="0" rtlCol="0">
            <a:spAutoFit/>
          </a:bodyPr>
          <a:lstStyle/>
          <a:p>
            <a:pPr marL="73723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15" dirty="0"/>
              <a:t> </a:t>
            </a:r>
            <a:r>
              <a:rPr spc="135" dirty="0"/>
              <a:t>CONCEPTS:</a:t>
            </a:r>
            <a:r>
              <a:rPr spc="210" dirty="0"/>
              <a:t> </a:t>
            </a:r>
            <a:r>
              <a:rPr spc="190" dirty="0"/>
              <a:t>COMMIT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145" y="2125149"/>
            <a:ext cx="14290675" cy="2999105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3350" spc="-10" dirty="0">
                <a:latin typeface="Trebuchet MS"/>
                <a:cs typeface="Trebuchet MS"/>
              </a:rPr>
              <a:t>Commits</a:t>
            </a:r>
            <a:r>
              <a:rPr sz="3350" spc="-215" dirty="0">
                <a:latin typeface="Trebuchet MS"/>
                <a:cs typeface="Trebuchet MS"/>
              </a:rPr>
              <a:t> </a:t>
            </a:r>
            <a:r>
              <a:rPr sz="3350" spc="-40" dirty="0">
                <a:latin typeface="Trebuchet MS"/>
                <a:cs typeface="Trebuchet MS"/>
              </a:rPr>
              <a:t>contain</a:t>
            </a:r>
            <a:r>
              <a:rPr sz="3350" spc="-175" dirty="0">
                <a:latin typeface="Trebuchet MS"/>
                <a:cs typeface="Trebuchet MS"/>
              </a:rPr>
              <a:t> </a:t>
            </a:r>
            <a:r>
              <a:rPr sz="3350" dirty="0">
                <a:latin typeface="Trebuchet MS"/>
                <a:cs typeface="Trebuchet MS"/>
              </a:rPr>
              <a:t>3</a:t>
            </a:r>
            <a:r>
              <a:rPr sz="3350" spc="-300" dirty="0">
                <a:latin typeface="Trebuchet MS"/>
                <a:cs typeface="Trebuchet MS"/>
              </a:rPr>
              <a:t> </a:t>
            </a:r>
            <a:r>
              <a:rPr sz="3350" spc="-50" dirty="0">
                <a:latin typeface="Trebuchet MS"/>
                <a:cs typeface="Trebuchet MS"/>
              </a:rPr>
              <a:t>pieces</a:t>
            </a:r>
            <a:r>
              <a:rPr sz="3350" spc="-250" dirty="0">
                <a:latin typeface="Trebuchet MS"/>
                <a:cs typeface="Trebuchet MS"/>
              </a:rPr>
              <a:t> </a:t>
            </a:r>
            <a:r>
              <a:rPr sz="3350" spc="-80" dirty="0">
                <a:latin typeface="Trebuchet MS"/>
                <a:cs typeface="Trebuchet MS"/>
              </a:rPr>
              <a:t>of</a:t>
            </a:r>
            <a:r>
              <a:rPr sz="3350" spc="-330" dirty="0">
                <a:latin typeface="Trebuchet MS"/>
                <a:cs typeface="Trebuchet MS"/>
              </a:rPr>
              <a:t> </a:t>
            </a:r>
            <a:r>
              <a:rPr sz="3350" spc="-10" dirty="0">
                <a:latin typeface="Trebuchet MS"/>
                <a:cs typeface="Trebuchet MS"/>
              </a:rPr>
              <a:t>information:</a:t>
            </a:r>
            <a:endParaRPr sz="3350">
              <a:latin typeface="Trebuchet MS"/>
              <a:cs typeface="Trebuchet MS"/>
            </a:endParaRPr>
          </a:p>
          <a:p>
            <a:pPr marL="868680" indent="-855980">
              <a:lnSpc>
                <a:spcPct val="100000"/>
              </a:lnSpc>
              <a:spcBef>
                <a:spcPts val="1700"/>
              </a:spcBef>
              <a:buAutoNum type="arabicPeriod"/>
              <a:tabLst>
                <a:tab pos="868680" algn="l"/>
              </a:tabLst>
            </a:pPr>
            <a:r>
              <a:rPr sz="3450" spc="-165" dirty="0">
                <a:latin typeface="Trebuchet MS"/>
                <a:cs typeface="Trebuchet MS"/>
              </a:rPr>
              <a:t>Information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about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how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files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have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changed</a:t>
            </a:r>
            <a:r>
              <a:rPr sz="3450" spc="-34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from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previous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commit</a:t>
            </a:r>
            <a:endParaRPr sz="3450">
              <a:latin typeface="Trebuchet MS"/>
              <a:cs typeface="Trebuchet MS"/>
            </a:endParaRPr>
          </a:p>
          <a:p>
            <a:pPr marL="868680" indent="-855980">
              <a:lnSpc>
                <a:spcPct val="100000"/>
              </a:lnSpc>
              <a:spcBef>
                <a:spcPts val="1905"/>
              </a:spcBef>
              <a:buAutoNum type="arabicPeriod"/>
              <a:tabLst>
                <a:tab pos="868680" algn="l"/>
              </a:tabLst>
            </a:pP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535" dirty="0">
                <a:latin typeface="Trebuchet MS"/>
                <a:cs typeface="Trebuchet MS"/>
              </a:rPr>
              <a:t> </a:t>
            </a:r>
            <a:r>
              <a:rPr sz="3450" spc="-235" dirty="0">
                <a:latin typeface="Trebuchet MS"/>
                <a:cs typeface="Trebuchet MS"/>
              </a:rPr>
              <a:t>reference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to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commit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came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200" dirty="0">
                <a:latin typeface="Trebuchet MS"/>
                <a:cs typeface="Trebuchet MS"/>
              </a:rPr>
              <a:t>before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245" dirty="0">
                <a:latin typeface="Trebuchet MS"/>
                <a:cs typeface="Trebuchet MS"/>
              </a:rPr>
              <a:t>it,</a:t>
            </a:r>
            <a:r>
              <a:rPr sz="3450" spc="-670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known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45" dirty="0">
                <a:latin typeface="Trebuchet MS"/>
                <a:cs typeface="Trebuchet MS"/>
              </a:rPr>
              <a:t>as</a:t>
            </a:r>
            <a:r>
              <a:rPr sz="3450" spc="-34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b="1" spc="-140" dirty="0">
                <a:solidFill>
                  <a:srgbClr val="006FC0"/>
                </a:solidFill>
                <a:latin typeface="Trebuchet MS"/>
                <a:cs typeface="Trebuchet MS"/>
              </a:rPr>
              <a:t>parent</a:t>
            </a:r>
            <a:r>
              <a:rPr sz="3450" b="1" spc="-4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450" b="1" spc="-10" dirty="0">
                <a:solidFill>
                  <a:srgbClr val="006FC0"/>
                </a:solidFill>
                <a:latin typeface="Trebuchet MS"/>
                <a:cs typeface="Trebuchet MS"/>
              </a:rPr>
              <a:t>commit</a:t>
            </a:r>
            <a:endParaRPr sz="3450">
              <a:latin typeface="Trebuchet MS"/>
              <a:cs typeface="Trebuchet MS"/>
            </a:endParaRPr>
          </a:p>
          <a:p>
            <a:pPr marL="868680" indent="-855980">
              <a:lnSpc>
                <a:spcPct val="100000"/>
              </a:lnSpc>
              <a:spcBef>
                <a:spcPts val="1695"/>
              </a:spcBef>
              <a:buAutoNum type="arabicPeriod"/>
              <a:tabLst>
                <a:tab pos="868680" algn="l"/>
              </a:tabLst>
            </a:pPr>
            <a:r>
              <a:rPr sz="3450" spc="-85" dirty="0">
                <a:latin typeface="Trebuchet MS"/>
                <a:cs typeface="Trebuchet MS"/>
              </a:rPr>
              <a:t>An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SHA-</a:t>
            </a:r>
            <a:r>
              <a:rPr sz="3450" spc="-20" dirty="0">
                <a:latin typeface="Trebuchet MS"/>
                <a:cs typeface="Trebuchet MS"/>
              </a:rPr>
              <a:t>1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hash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code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280" dirty="0">
                <a:latin typeface="Trebuchet MS"/>
                <a:cs typeface="Trebuchet MS"/>
              </a:rPr>
              <a:t>(e.g.</a:t>
            </a:r>
            <a:r>
              <a:rPr sz="3450" spc="-670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fb2d2ec5069fc6776c80b3ad6b7cbde3cade4e)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5981356"/>
            <a:ext cx="7386319" cy="355815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91971" y="657986"/>
            <a:ext cx="4145025" cy="20683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3618" y="745617"/>
            <a:ext cx="32569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80" dirty="0"/>
              <a:t> </a:t>
            </a:r>
            <a:r>
              <a:rPr spc="165" dirty="0"/>
              <a:t>IS</a:t>
            </a:r>
            <a:r>
              <a:rPr spc="260" dirty="0"/>
              <a:t> </a:t>
            </a:r>
            <a:r>
              <a:rPr spc="-25" dirty="0"/>
              <a:t>AN</a:t>
            </a:r>
          </a:p>
          <a:p>
            <a:pPr marL="12700">
              <a:lnSpc>
                <a:spcPct val="100000"/>
              </a:lnSpc>
            </a:pPr>
            <a:r>
              <a:rPr spc="220" dirty="0"/>
              <a:t>SHA-</a:t>
            </a:r>
            <a:r>
              <a:rPr dirty="0"/>
              <a:t>1</a:t>
            </a:r>
            <a:r>
              <a:rPr spc="-540" dirty="0"/>
              <a:t> </a:t>
            </a:r>
            <a:r>
              <a:rPr spc="140" dirty="0"/>
              <a:t>HASH?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6427" y="2644521"/>
            <a:ext cx="16138525" cy="31616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6680">
              <a:lnSpc>
                <a:spcPts val="4000"/>
              </a:lnSpc>
              <a:spcBef>
                <a:spcPts val="120"/>
              </a:spcBef>
            </a:pPr>
            <a:r>
              <a:rPr sz="3350" dirty="0">
                <a:latin typeface="Trebuchet MS"/>
                <a:cs typeface="Trebuchet MS"/>
              </a:rPr>
              <a:t>SHA-1</a:t>
            </a:r>
            <a:r>
              <a:rPr sz="3350" spc="-285" dirty="0">
                <a:latin typeface="Trebuchet MS"/>
                <a:cs typeface="Trebuchet MS"/>
              </a:rPr>
              <a:t> </a:t>
            </a:r>
            <a:r>
              <a:rPr sz="3350" dirty="0">
                <a:latin typeface="Trebuchet MS"/>
                <a:cs typeface="Trebuchet MS"/>
              </a:rPr>
              <a:t>is</a:t>
            </a:r>
            <a:r>
              <a:rPr sz="3350" spc="-220" dirty="0">
                <a:latin typeface="Trebuchet MS"/>
                <a:cs typeface="Trebuchet MS"/>
              </a:rPr>
              <a:t> </a:t>
            </a:r>
            <a:r>
              <a:rPr sz="3350" dirty="0">
                <a:latin typeface="Trebuchet MS"/>
                <a:cs typeface="Trebuchet MS"/>
              </a:rPr>
              <a:t>an</a:t>
            </a:r>
            <a:r>
              <a:rPr sz="3350" spc="-150" dirty="0">
                <a:latin typeface="Trebuchet MS"/>
                <a:cs typeface="Trebuchet MS"/>
              </a:rPr>
              <a:t> </a:t>
            </a:r>
            <a:r>
              <a:rPr sz="3350" spc="-60" dirty="0">
                <a:latin typeface="Trebuchet MS"/>
                <a:cs typeface="Trebuchet MS"/>
              </a:rPr>
              <a:t>algorithm</a:t>
            </a:r>
            <a:r>
              <a:rPr sz="3350" spc="-204" dirty="0">
                <a:latin typeface="Trebuchet MS"/>
                <a:cs typeface="Trebuchet MS"/>
              </a:rPr>
              <a:t> </a:t>
            </a:r>
            <a:r>
              <a:rPr sz="3350" dirty="0">
                <a:latin typeface="Trebuchet MS"/>
                <a:cs typeface="Trebuchet MS"/>
              </a:rPr>
              <a:t>and</a:t>
            </a:r>
            <a:r>
              <a:rPr sz="3350" spc="-160" dirty="0">
                <a:latin typeface="Trebuchet MS"/>
                <a:cs typeface="Trebuchet MS"/>
              </a:rPr>
              <a:t> </a:t>
            </a:r>
            <a:r>
              <a:rPr sz="3350" spc="-70" dirty="0">
                <a:latin typeface="Trebuchet MS"/>
                <a:cs typeface="Trebuchet MS"/>
              </a:rPr>
              <a:t>what</a:t>
            </a:r>
            <a:r>
              <a:rPr sz="3350" spc="-250" dirty="0">
                <a:latin typeface="Trebuchet MS"/>
                <a:cs typeface="Trebuchet MS"/>
              </a:rPr>
              <a:t> </a:t>
            </a:r>
            <a:r>
              <a:rPr sz="3350" spc="-95" dirty="0">
                <a:latin typeface="Trebuchet MS"/>
                <a:cs typeface="Trebuchet MS"/>
              </a:rPr>
              <a:t>it</a:t>
            </a:r>
            <a:r>
              <a:rPr sz="3350" spc="-370" dirty="0">
                <a:latin typeface="Trebuchet MS"/>
                <a:cs typeface="Trebuchet MS"/>
              </a:rPr>
              <a:t> </a:t>
            </a:r>
            <a:r>
              <a:rPr sz="3350" dirty="0">
                <a:latin typeface="Trebuchet MS"/>
                <a:cs typeface="Trebuchet MS"/>
              </a:rPr>
              <a:t>does</a:t>
            </a:r>
            <a:r>
              <a:rPr sz="3350" spc="-175" dirty="0">
                <a:latin typeface="Trebuchet MS"/>
                <a:cs typeface="Trebuchet MS"/>
              </a:rPr>
              <a:t> </a:t>
            </a:r>
            <a:r>
              <a:rPr sz="3350" spc="-25" dirty="0">
                <a:latin typeface="Trebuchet MS"/>
                <a:cs typeface="Trebuchet MS"/>
              </a:rPr>
              <a:t>is: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ts val="4120"/>
              </a:lnSpc>
            </a:pPr>
            <a:r>
              <a:rPr sz="3450" spc="-125" dirty="0">
                <a:latin typeface="Trebuchet MS"/>
                <a:cs typeface="Trebuchet MS"/>
              </a:rPr>
              <a:t>It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takes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some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data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45" dirty="0">
                <a:latin typeface="Trebuchet MS"/>
                <a:cs typeface="Trebuchet MS"/>
              </a:rPr>
              <a:t>as</a:t>
            </a:r>
            <a:r>
              <a:rPr sz="3450" spc="-32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input</a:t>
            </a:r>
            <a:r>
              <a:rPr sz="3450" spc="-420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generates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unique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40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character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string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from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it.</a:t>
            </a:r>
            <a:endParaRPr sz="3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3875"/>
              </a:spcBef>
            </a:pPr>
            <a:r>
              <a:rPr sz="3450" spc="-175" dirty="0">
                <a:latin typeface="Trebuchet MS"/>
                <a:cs typeface="Trebuchet MS"/>
              </a:rPr>
              <a:t>What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does</a:t>
            </a:r>
            <a:r>
              <a:rPr sz="3450" spc="-330" dirty="0">
                <a:latin typeface="Trebuchet MS"/>
                <a:cs typeface="Trebuchet MS"/>
              </a:rPr>
              <a:t> </a:t>
            </a:r>
            <a:r>
              <a:rPr sz="3450" i="1" u="sng" spc="-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unique</a:t>
            </a:r>
            <a:r>
              <a:rPr sz="3450" i="1" spc="-459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mean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in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this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context?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Unique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means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40" dirty="0">
                <a:latin typeface="Trebuchet MS"/>
                <a:cs typeface="Trebuchet MS"/>
              </a:rPr>
              <a:t>no</a:t>
            </a:r>
            <a:r>
              <a:rPr sz="3450" spc="-330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other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input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data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should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ever </a:t>
            </a:r>
            <a:r>
              <a:rPr sz="3450" spc="-140" dirty="0">
                <a:latin typeface="Trebuchet MS"/>
                <a:cs typeface="Trebuchet MS"/>
              </a:rPr>
              <a:t>produce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same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hash.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The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same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input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data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however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should</a:t>
            </a:r>
            <a:r>
              <a:rPr sz="3450" spc="-330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always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produce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exactly</a:t>
            </a:r>
            <a:r>
              <a:rPr sz="3450" spc="-540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the </a:t>
            </a:r>
            <a:r>
              <a:rPr sz="3450" spc="-114" dirty="0">
                <a:latin typeface="Trebuchet MS"/>
                <a:cs typeface="Trebuchet MS"/>
              </a:rPr>
              <a:t>same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hash.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1613" y="6345301"/>
            <a:ext cx="9004300" cy="505459"/>
          </a:xfrm>
          <a:prstGeom prst="rect">
            <a:avLst/>
          </a:prstGeom>
          <a:solidFill>
            <a:srgbClr val="EDEBD3"/>
          </a:solidFill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Courier New"/>
                <a:cs typeface="Courier New"/>
              </a:rPr>
              <a:t>revision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f4f78b319c308600eab015a5d6529add21660dc1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427" y="6321297"/>
            <a:ext cx="1632331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329285" algn="l"/>
              </a:tabLst>
            </a:pPr>
            <a:r>
              <a:rPr sz="3450" spc="-140" dirty="0">
                <a:latin typeface="Trebuchet MS"/>
                <a:cs typeface="Trebuchet MS"/>
              </a:rPr>
              <a:t>If</a:t>
            </a:r>
            <a:r>
              <a:rPr sz="3450" spc="-590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you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I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both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look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at</a:t>
            </a:r>
            <a:r>
              <a:rPr sz="3450" dirty="0">
                <a:latin typeface="Trebuchet MS"/>
                <a:cs typeface="Trebuchet MS"/>
              </a:rPr>
              <a:t>	</a:t>
            </a:r>
            <a:r>
              <a:rPr sz="3450" spc="-25" dirty="0">
                <a:latin typeface="Trebuchet MS"/>
                <a:cs typeface="Trebuchet MS"/>
              </a:rPr>
              <a:t>on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our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machines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427" y="6801104"/>
            <a:ext cx="16409035" cy="26695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383540">
              <a:lnSpc>
                <a:spcPct val="102000"/>
              </a:lnSpc>
              <a:spcBef>
                <a:spcPts val="20"/>
              </a:spcBef>
            </a:pP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Git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tells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35" dirty="0">
                <a:latin typeface="Trebuchet MS"/>
                <a:cs typeface="Trebuchet MS"/>
              </a:rPr>
              <a:t>us</a:t>
            </a:r>
            <a:r>
              <a:rPr sz="3450" spc="-31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we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have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clean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working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229" dirty="0">
                <a:latin typeface="Trebuchet MS"/>
                <a:cs typeface="Trebuchet MS"/>
              </a:rPr>
              <a:t>directory,</a:t>
            </a:r>
            <a:r>
              <a:rPr sz="3450" spc="-580" dirty="0">
                <a:latin typeface="Trebuchet MS"/>
                <a:cs typeface="Trebuchet MS"/>
              </a:rPr>
              <a:t> </a:t>
            </a:r>
            <a:r>
              <a:rPr sz="3450" spc="-65" dirty="0">
                <a:latin typeface="Tahoma"/>
                <a:cs typeface="Tahoma"/>
              </a:rPr>
              <a:t>we</a:t>
            </a:r>
            <a:r>
              <a:rPr sz="3450" spc="-450" dirty="0">
                <a:latin typeface="Tahoma"/>
                <a:cs typeface="Tahoma"/>
              </a:rPr>
              <a:t> </a:t>
            </a:r>
            <a:r>
              <a:rPr sz="3450" spc="-60" dirty="0">
                <a:latin typeface="Tahoma"/>
                <a:cs typeface="Tahoma"/>
              </a:rPr>
              <a:t>can</a:t>
            </a:r>
            <a:r>
              <a:rPr sz="3450" spc="-395" dirty="0">
                <a:latin typeface="Tahoma"/>
                <a:cs typeface="Tahoma"/>
              </a:rPr>
              <a:t> </a:t>
            </a:r>
            <a:r>
              <a:rPr sz="3450" spc="-40" dirty="0">
                <a:latin typeface="Tahoma"/>
                <a:cs typeface="Tahoma"/>
              </a:rPr>
              <a:t>be</a:t>
            </a:r>
            <a:r>
              <a:rPr sz="3450" spc="-390" dirty="0">
                <a:latin typeface="Tahoma"/>
                <a:cs typeface="Tahoma"/>
              </a:rPr>
              <a:t> </a:t>
            </a:r>
            <a:r>
              <a:rPr sz="3450" spc="-250" dirty="0">
                <a:latin typeface="Tahoma"/>
                <a:cs typeface="Tahoma"/>
              </a:rPr>
              <a:t>100%</a:t>
            </a:r>
            <a:r>
              <a:rPr sz="3450" spc="-585" dirty="0">
                <a:latin typeface="Tahoma"/>
                <a:cs typeface="Tahoma"/>
              </a:rPr>
              <a:t> </a:t>
            </a:r>
            <a:r>
              <a:rPr sz="3450" spc="-55" dirty="0">
                <a:latin typeface="Tahoma"/>
                <a:cs typeface="Tahoma"/>
              </a:rPr>
              <a:t>certain</a:t>
            </a:r>
            <a:r>
              <a:rPr sz="3450" spc="-385" dirty="0">
                <a:latin typeface="Tahoma"/>
                <a:cs typeface="Tahoma"/>
              </a:rPr>
              <a:t> </a:t>
            </a:r>
            <a:r>
              <a:rPr sz="3450" spc="-45" dirty="0">
                <a:latin typeface="Tahoma"/>
                <a:cs typeface="Tahoma"/>
              </a:rPr>
              <a:t>that</a:t>
            </a:r>
            <a:r>
              <a:rPr sz="3450" spc="-409" dirty="0">
                <a:latin typeface="Tahoma"/>
                <a:cs typeface="Tahoma"/>
              </a:rPr>
              <a:t> </a:t>
            </a:r>
            <a:r>
              <a:rPr sz="3450" spc="-65" dirty="0">
                <a:latin typeface="Tahoma"/>
                <a:cs typeface="Tahoma"/>
              </a:rPr>
              <a:t>we</a:t>
            </a:r>
            <a:r>
              <a:rPr sz="3450" spc="-445" dirty="0">
                <a:latin typeface="Tahoma"/>
                <a:cs typeface="Tahoma"/>
              </a:rPr>
              <a:t> </a:t>
            </a:r>
            <a:r>
              <a:rPr sz="3450" spc="-25" dirty="0">
                <a:latin typeface="Tahoma"/>
                <a:cs typeface="Tahoma"/>
              </a:rPr>
              <a:t>are </a:t>
            </a:r>
            <a:r>
              <a:rPr sz="3450" spc="-45" dirty="0">
                <a:latin typeface="Tahoma"/>
                <a:cs typeface="Tahoma"/>
              </a:rPr>
              <a:t>looking</a:t>
            </a:r>
            <a:r>
              <a:rPr sz="3450" spc="-365" dirty="0">
                <a:latin typeface="Tahoma"/>
                <a:cs typeface="Tahoma"/>
              </a:rPr>
              <a:t> </a:t>
            </a:r>
            <a:r>
              <a:rPr sz="3450" spc="-40" dirty="0">
                <a:latin typeface="Tahoma"/>
                <a:cs typeface="Tahoma"/>
              </a:rPr>
              <a:t>at</a:t>
            </a:r>
            <a:r>
              <a:rPr sz="3450" spc="-365" dirty="0">
                <a:latin typeface="Tahoma"/>
                <a:cs typeface="Tahoma"/>
              </a:rPr>
              <a:t> </a:t>
            </a:r>
            <a:r>
              <a:rPr sz="3450" spc="-75" dirty="0">
                <a:latin typeface="Tahoma"/>
                <a:cs typeface="Tahoma"/>
              </a:rPr>
              <a:t>exactly</a:t>
            </a:r>
            <a:r>
              <a:rPr sz="3450" spc="-415" dirty="0">
                <a:latin typeface="Tahoma"/>
                <a:cs typeface="Tahoma"/>
              </a:rPr>
              <a:t> </a:t>
            </a:r>
            <a:r>
              <a:rPr sz="3450" spc="-55" dirty="0">
                <a:latin typeface="Tahoma"/>
                <a:cs typeface="Tahoma"/>
              </a:rPr>
              <a:t>the</a:t>
            </a:r>
            <a:r>
              <a:rPr sz="3450" spc="-390" dirty="0">
                <a:latin typeface="Tahoma"/>
                <a:cs typeface="Tahoma"/>
              </a:rPr>
              <a:t> </a:t>
            </a:r>
            <a:r>
              <a:rPr sz="3450" spc="-80" dirty="0">
                <a:latin typeface="Tahoma"/>
                <a:cs typeface="Tahoma"/>
              </a:rPr>
              <a:t>same</a:t>
            </a:r>
            <a:r>
              <a:rPr sz="3450" spc="-434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files.</a:t>
            </a:r>
            <a:endParaRPr sz="3450">
              <a:latin typeface="Tahoma"/>
              <a:cs typeface="Tahoma"/>
            </a:endParaRPr>
          </a:p>
          <a:p>
            <a:pPr marL="12700" marR="5080">
              <a:lnSpc>
                <a:spcPct val="102099"/>
              </a:lnSpc>
              <a:spcBef>
                <a:spcPts val="3995"/>
              </a:spcBef>
            </a:pPr>
            <a:r>
              <a:rPr sz="3450" spc="-145" dirty="0">
                <a:latin typeface="Trebuchet MS"/>
                <a:cs typeface="Trebuchet MS"/>
              </a:rPr>
              <a:t>The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hash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ensures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there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40" dirty="0">
                <a:latin typeface="Trebuchet MS"/>
                <a:cs typeface="Trebuchet MS"/>
              </a:rPr>
              <a:t>no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way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someone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could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manipulate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single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bit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without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Git</a:t>
            </a:r>
            <a:r>
              <a:rPr sz="3450" spc="-56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knowing </a:t>
            </a:r>
            <a:r>
              <a:rPr sz="3450" spc="-110" dirty="0">
                <a:latin typeface="Trebuchet MS"/>
                <a:cs typeface="Trebuchet MS"/>
              </a:rPr>
              <a:t>about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it.</a:t>
            </a:r>
            <a:endParaRPr sz="3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597" rIns="0" bIns="0" rtlCol="0">
            <a:spAutoFit/>
          </a:bodyPr>
          <a:lstStyle/>
          <a:p>
            <a:pPr marL="73723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15" dirty="0"/>
              <a:t> </a:t>
            </a:r>
            <a:r>
              <a:rPr spc="135" dirty="0"/>
              <a:t>CONCEPTS:</a:t>
            </a:r>
            <a:r>
              <a:rPr spc="210" dirty="0"/>
              <a:t> </a:t>
            </a:r>
            <a:r>
              <a:rPr spc="229" dirty="0"/>
              <a:t>REPOSITORIES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621" y="2338273"/>
            <a:ext cx="11679555" cy="58908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527685" marR="152400" indent="-513715">
              <a:lnSpc>
                <a:spcPts val="4010"/>
              </a:lnSpc>
              <a:spcBef>
                <a:spcPts val="350"/>
              </a:spcBef>
              <a:buFont typeface="Arial MT"/>
              <a:buChar char="•"/>
              <a:tabLst>
                <a:tab pos="527685" algn="l"/>
              </a:tabLst>
            </a:pPr>
            <a:r>
              <a:rPr sz="3450" spc="-195" dirty="0">
                <a:latin typeface="Trebuchet MS"/>
                <a:cs typeface="Trebuchet MS"/>
              </a:rPr>
              <a:t>Often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240" dirty="0">
                <a:latin typeface="Trebuchet MS"/>
                <a:cs typeface="Trebuchet MS"/>
              </a:rPr>
              <a:t>referred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to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45" dirty="0">
                <a:latin typeface="Trebuchet MS"/>
                <a:cs typeface="Trebuchet MS"/>
              </a:rPr>
              <a:t>as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b="1" spc="-190" dirty="0">
                <a:solidFill>
                  <a:srgbClr val="006FC0"/>
                </a:solidFill>
                <a:latin typeface="Trebuchet MS"/>
                <a:cs typeface="Trebuchet MS"/>
              </a:rPr>
              <a:t>repo</a:t>
            </a:r>
            <a:r>
              <a:rPr sz="3450" spc="-190" dirty="0">
                <a:latin typeface="Trebuchet MS"/>
                <a:cs typeface="Trebuchet MS"/>
              </a:rPr>
              <a:t>,</a:t>
            </a:r>
            <a:r>
              <a:rPr sz="3450" spc="-560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this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collection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of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all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your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files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and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history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of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those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files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310" dirty="0">
                <a:latin typeface="Trebuchet MS"/>
                <a:cs typeface="Trebuchet MS"/>
              </a:rPr>
              <a:t>(i.e.</a:t>
            </a:r>
            <a:r>
              <a:rPr sz="3450" spc="-70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commits)</a:t>
            </a:r>
            <a:endParaRPr sz="3450">
              <a:latin typeface="Trebuchet MS"/>
              <a:cs typeface="Trebuchet MS"/>
            </a:endParaRPr>
          </a:p>
          <a:p>
            <a:pPr marL="527685" indent="-51371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527685" algn="l"/>
              </a:tabLst>
            </a:pPr>
            <a:r>
              <a:rPr sz="3450" spc="-100" dirty="0">
                <a:latin typeface="Trebuchet MS"/>
                <a:cs typeface="Trebuchet MS"/>
              </a:rPr>
              <a:t>Can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live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35" dirty="0">
                <a:latin typeface="Trebuchet MS"/>
                <a:cs typeface="Trebuchet MS"/>
              </a:rPr>
              <a:t>on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local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machine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or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35" dirty="0">
                <a:latin typeface="Trebuchet MS"/>
                <a:cs typeface="Trebuchet MS"/>
              </a:rPr>
              <a:t>on</a:t>
            </a:r>
            <a:r>
              <a:rPr sz="3450" spc="-34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remote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server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280" dirty="0">
                <a:latin typeface="Trebuchet MS"/>
                <a:cs typeface="Trebuchet MS"/>
              </a:rPr>
              <a:t>(e.g.</a:t>
            </a:r>
            <a:r>
              <a:rPr sz="3450" spc="-67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GitHub)</a:t>
            </a:r>
            <a:endParaRPr sz="3450">
              <a:latin typeface="Trebuchet MS"/>
              <a:cs typeface="Trebuchet MS"/>
            </a:endParaRPr>
          </a:p>
          <a:p>
            <a:pPr marL="527685" indent="-513715">
              <a:lnSpc>
                <a:spcPct val="100000"/>
              </a:lnSpc>
              <a:spcBef>
                <a:spcPts val="1695"/>
              </a:spcBef>
              <a:buFont typeface="Arial MT"/>
              <a:buChar char="•"/>
              <a:tabLst>
                <a:tab pos="527685" algn="l"/>
              </a:tabLst>
            </a:pPr>
            <a:r>
              <a:rPr sz="3450" spc="-145" dirty="0">
                <a:latin typeface="Trebuchet MS"/>
                <a:cs typeface="Trebuchet MS"/>
              </a:rPr>
              <a:t>The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act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of</a:t>
            </a:r>
            <a:r>
              <a:rPr sz="3450" spc="-550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copying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repo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from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remote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server</a:t>
            </a:r>
            <a:r>
              <a:rPr sz="3450" spc="-53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called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cloning</a:t>
            </a:r>
            <a:endParaRPr sz="3450">
              <a:latin typeface="Trebuchet MS"/>
              <a:cs typeface="Trebuchet MS"/>
            </a:endParaRPr>
          </a:p>
          <a:p>
            <a:pPr marL="527685" indent="-51371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527685" algn="l"/>
              </a:tabLst>
            </a:pPr>
            <a:r>
              <a:rPr sz="3450" spc="-120" dirty="0">
                <a:latin typeface="Trebuchet MS"/>
                <a:cs typeface="Trebuchet MS"/>
              </a:rPr>
              <a:t>Cloning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from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remote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server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allows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teams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to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work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together</a:t>
            </a:r>
            <a:endParaRPr sz="3450">
              <a:latin typeface="Trebuchet MS"/>
              <a:cs typeface="Trebuchet MS"/>
            </a:endParaRPr>
          </a:p>
          <a:p>
            <a:pPr marL="527685" marR="370840" indent="-513715">
              <a:lnSpc>
                <a:spcPts val="4000"/>
              </a:lnSpc>
              <a:spcBef>
                <a:spcPts val="2220"/>
              </a:spcBef>
              <a:buFont typeface="Arial MT"/>
              <a:buChar char="•"/>
              <a:tabLst>
                <a:tab pos="527685" algn="l"/>
              </a:tabLst>
            </a:pPr>
            <a:r>
              <a:rPr sz="3450" spc="-140" dirty="0">
                <a:latin typeface="Trebuchet MS"/>
                <a:cs typeface="Trebuchet MS"/>
              </a:rPr>
              <a:t>The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process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of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downloading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commits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don’t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exist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on</a:t>
            </a:r>
            <a:r>
              <a:rPr sz="3450" spc="-29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your </a:t>
            </a:r>
            <a:r>
              <a:rPr sz="3450" spc="-155" dirty="0">
                <a:latin typeface="Trebuchet MS"/>
                <a:cs typeface="Trebuchet MS"/>
              </a:rPr>
              <a:t>machine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from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remote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server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called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b="1" spc="-95" dirty="0">
                <a:solidFill>
                  <a:srgbClr val="006FC0"/>
                </a:solidFill>
                <a:latin typeface="Trebuchet MS"/>
                <a:cs typeface="Trebuchet MS"/>
              </a:rPr>
              <a:t>pulling</a:t>
            </a:r>
            <a:r>
              <a:rPr sz="3450" b="1" spc="-3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changes</a:t>
            </a:r>
            <a:endParaRPr sz="3450">
              <a:latin typeface="Trebuchet MS"/>
              <a:cs typeface="Trebuchet MS"/>
            </a:endParaRPr>
          </a:p>
          <a:p>
            <a:pPr marL="527685" marR="840105" indent="-515620">
              <a:lnSpc>
                <a:spcPts val="4100"/>
              </a:lnSpc>
              <a:spcBef>
                <a:spcPts val="1989"/>
              </a:spcBef>
              <a:buFont typeface="Arial MT"/>
              <a:buChar char="•"/>
              <a:tabLst>
                <a:tab pos="615950" algn="l"/>
              </a:tabLst>
            </a:pPr>
            <a:r>
              <a:rPr sz="3450" spc="-140" dirty="0">
                <a:latin typeface="Trebuchet MS"/>
                <a:cs typeface="Trebuchet MS"/>
              </a:rPr>
              <a:t>The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process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of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adding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your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local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changes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195" dirty="0">
                <a:latin typeface="Trebuchet MS"/>
                <a:cs typeface="Trebuchet MS"/>
              </a:rPr>
              <a:t>remote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repo 	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65" dirty="0">
                <a:latin typeface="Trebuchet MS"/>
                <a:cs typeface="Trebuchet MS"/>
              </a:rPr>
              <a:t> </a:t>
            </a:r>
            <a:r>
              <a:rPr sz="3450" spc="-155" dirty="0">
                <a:latin typeface="Trebuchet MS"/>
                <a:cs typeface="Trebuchet MS"/>
              </a:rPr>
              <a:t>called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b="1" spc="-95" dirty="0">
                <a:solidFill>
                  <a:srgbClr val="006FC0"/>
                </a:solidFill>
                <a:latin typeface="Trebuchet MS"/>
                <a:cs typeface="Trebuchet MS"/>
              </a:rPr>
              <a:t>pushing</a:t>
            </a:r>
            <a:r>
              <a:rPr sz="3450" b="1" spc="-33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changes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31369" y="5143498"/>
            <a:ext cx="546950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533" y="955548"/>
            <a:ext cx="14230223" cy="698779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40432" y="8691168"/>
            <a:ext cx="13538835" cy="83121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320"/>
              </a:spcBef>
            </a:pPr>
            <a:r>
              <a:rPr sz="2700" dirty="0">
                <a:latin typeface="Calibri"/>
                <a:cs typeface="Calibri"/>
              </a:rPr>
              <a:t>One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contributor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made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two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new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commits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updates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master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copy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GitHub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push. </a:t>
            </a:r>
            <a:r>
              <a:rPr sz="2700" dirty="0">
                <a:latin typeface="Calibri"/>
                <a:cs typeface="Calibri"/>
              </a:rPr>
              <a:t>Another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contributor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stays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up-to-</a:t>
            </a:r>
            <a:r>
              <a:rPr sz="2700" dirty="0">
                <a:latin typeface="Calibri"/>
                <a:cs typeface="Calibri"/>
              </a:rPr>
              <a:t>date</a:t>
            </a:r>
            <a:r>
              <a:rPr sz="2700" spc="-11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pull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GitHub.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9935" y="1073277"/>
            <a:ext cx="4135120" cy="22890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3597" rIns="0" bIns="0" rtlCol="0">
            <a:spAutoFit/>
          </a:bodyPr>
          <a:lstStyle/>
          <a:p>
            <a:pPr marL="73723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15" dirty="0"/>
              <a:t> </a:t>
            </a:r>
            <a:r>
              <a:rPr spc="135" dirty="0"/>
              <a:t>CONCEPTS:</a:t>
            </a:r>
            <a:r>
              <a:rPr spc="210" dirty="0"/>
              <a:t> </a:t>
            </a:r>
            <a:r>
              <a:rPr spc="160" dirty="0"/>
              <a:t>BRANCHES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9210" y="1930679"/>
            <a:ext cx="8785860" cy="2264410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150" dirty="0">
                <a:latin typeface="Trebuchet MS"/>
                <a:cs typeface="Trebuchet MS"/>
              </a:rPr>
              <a:t>All</a:t>
            </a:r>
            <a:r>
              <a:rPr sz="3450" spc="-540" dirty="0">
                <a:latin typeface="Trebuchet MS"/>
                <a:cs typeface="Trebuchet MS"/>
              </a:rPr>
              <a:t> </a:t>
            </a:r>
            <a:r>
              <a:rPr sz="3450" spc="-130" dirty="0">
                <a:latin typeface="Trebuchet MS"/>
                <a:cs typeface="Trebuchet MS"/>
              </a:rPr>
              <a:t>commits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live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spc="-35" dirty="0">
                <a:latin typeface="Trebuchet MS"/>
                <a:cs typeface="Trebuchet MS"/>
              </a:rPr>
              <a:t>on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branch</a:t>
            </a:r>
            <a:endParaRPr sz="3450">
              <a:latin typeface="Trebuchet MS"/>
              <a:cs typeface="Trebuchet MS"/>
            </a:endParaRPr>
          </a:p>
          <a:p>
            <a:pPr marL="525780" indent="-513080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190" dirty="0">
                <a:latin typeface="Trebuchet MS"/>
                <a:cs typeface="Trebuchet MS"/>
              </a:rPr>
              <a:t>There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can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be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many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branches</a:t>
            </a:r>
            <a:endParaRPr sz="3450">
              <a:latin typeface="Trebuchet MS"/>
              <a:cs typeface="Trebuchet MS"/>
            </a:endParaRPr>
          </a:p>
          <a:p>
            <a:pPr marL="525780" indent="-51308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140" dirty="0">
                <a:latin typeface="Trebuchet MS"/>
                <a:cs typeface="Trebuchet MS"/>
              </a:rPr>
              <a:t>The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240" dirty="0">
                <a:latin typeface="Trebuchet MS"/>
                <a:cs typeface="Trebuchet MS"/>
              </a:rPr>
              <a:t>project’s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main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branch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50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called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b="1" spc="-10" dirty="0">
                <a:solidFill>
                  <a:srgbClr val="006FC0"/>
                </a:solidFill>
                <a:latin typeface="Trebuchet MS"/>
                <a:cs typeface="Trebuchet MS"/>
              </a:rPr>
              <a:t>master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7025" y="4965052"/>
            <a:ext cx="12543281" cy="488199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1797" y="94115"/>
            <a:ext cx="16856710" cy="9565005"/>
            <a:chOff x="1431797" y="94115"/>
            <a:chExt cx="16856710" cy="9565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1797" y="528777"/>
              <a:ext cx="16239363" cy="91302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94742" y="313054"/>
              <a:ext cx="5993765" cy="2117090"/>
            </a:xfrm>
            <a:custGeom>
              <a:avLst/>
              <a:gdLst/>
              <a:ahLst/>
              <a:cxnLst/>
              <a:rect l="l" t="t" r="r" b="b"/>
              <a:pathLst>
                <a:path w="5993765" h="2117090">
                  <a:moveTo>
                    <a:pt x="5993257" y="0"/>
                  </a:moveTo>
                  <a:lnTo>
                    <a:pt x="0" y="0"/>
                  </a:lnTo>
                  <a:lnTo>
                    <a:pt x="0" y="2117089"/>
                  </a:lnTo>
                  <a:lnTo>
                    <a:pt x="5993257" y="2117089"/>
                  </a:lnTo>
                  <a:lnTo>
                    <a:pt x="59932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5987" y="943102"/>
            <a:ext cx="39522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KEY </a:t>
            </a:r>
            <a:r>
              <a:rPr spc="125" dirty="0"/>
              <a:t>CONCEPTS: </a:t>
            </a:r>
            <a:r>
              <a:rPr spc="114" dirty="0"/>
              <a:t>README.MD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2724150"/>
            <a:ext cx="1161542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26415" algn="l"/>
              </a:tabLst>
            </a:pPr>
            <a:r>
              <a:rPr sz="3450" spc="-55" dirty="0">
                <a:latin typeface="Tahoma"/>
                <a:cs typeface="Tahoma"/>
              </a:rPr>
              <a:t>Collaborate</a:t>
            </a:r>
            <a:r>
              <a:rPr sz="3450" spc="-285" dirty="0">
                <a:latin typeface="Tahoma"/>
                <a:cs typeface="Tahoma"/>
              </a:rPr>
              <a:t> </a:t>
            </a:r>
            <a:r>
              <a:rPr sz="3450" spc="-70" dirty="0">
                <a:latin typeface="Tahoma"/>
                <a:cs typeface="Tahoma"/>
              </a:rPr>
              <a:t>responsibly!</a:t>
            </a:r>
            <a:r>
              <a:rPr sz="3450" spc="-370" dirty="0">
                <a:latin typeface="Tahoma"/>
                <a:cs typeface="Tahoma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Every</a:t>
            </a:r>
            <a:r>
              <a:rPr sz="3450" spc="-420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repository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should</a:t>
            </a:r>
            <a:r>
              <a:rPr sz="3450" spc="-30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be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80" dirty="0">
                <a:latin typeface="Trebuchet MS"/>
                <a:cs typeface="Trebuchet MS"/>
              </a:rPr>
              <a:t>initialized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7838" y="3265170"/>
            <a:ext cx="1843405" cy="511809"/>
          </a:xfrm>
          <a:prstGeom prst="rect">
            <a:avLst/>
          </a:prstGeom>
          <a:solidFill>
            <a:srgbClr val="EDEBD3"/>
          </a:solidFill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2700" spc="-25" dirty="0">
                <a:latin typeface="Courier New"/>
                <a:cs typeface="Courier New"/>
              </a:rPr>
              <a:t>README.MD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8802" y="3239261"/>
            <a:ext cx="379984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8180" algn="l"/>
              </a:tabLst>
            </a:pPr>
            <a:r>
              <a:rPr sz="3450" spc="-175" dirty="0">
                <a:latin typeface="Trebuchet MS"/>
                <a:cs typeface="Trebuchet MS"/>
              </a:rPr>
              <a:t>with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a</a:t>
            </a:r>
            <a:r>
              <a:rPr sz="3450" dirty="0">
                <a:latin typeface="Trebuchet MS"/>
                <a:cs typeface="Trebuchet MS"/>
              </a:rPr>
              <a:t>	</a:t>
            </a:r>
            <a:r>
              <a:rPr sz="3450" spc="-165" dirty="0">
                <a:latin typeface="Trebuchet MS"/>
                <a:cs typeface="Trebuchet MS"/>
              </a:rPr>
              <a:t>file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4275" y="4004817"/>
            <a:ext cx="11554460" cy="3102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6415" marR="5080" indent="-5143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26415" algn="l"/>
              </a:tabLst>
            </a:pPr>
            <a:r>
              <a:rPr sz="3450" spc="-114" dirty="0">
                <a:latin typeface="Trebuchet MS"/>
                <a:cs typeface="Trebuchet MS"/>
              </a:rPr>
              <a:t>This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is</a:t>
            </a:r>
            <a:r>
              <a:rPr sz="3450" spc="-35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where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you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85" dirty="0">
                <a:latin typeface="Trebuchet MS"/>
                <a:cs typeface="Trebuchet MS"/>
              </a:rPr>
              <a:t>detail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all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information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about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210" dirty="0">
                <a:latin typeface="Trebuchet MS"/>
                <a:cs typeface="Trebuchet MS"/>
              </a:rPr>
              <a:t>project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so </a:t>
            </a:r>
            <a:r>
              <a:rPr sz="3450" spc="-175" dirty="0">
                <a:latin typeface="Trebuchet MS"/>
                <a:cs typeface="Trebuchet MS"/>
              </a:rPr>
              <a:t>that</a:t>
            </a:r>
            <a:r>
              <a:rPr sz="3450" spc="-540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work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can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be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understood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220" dirty="0">
                <a:latin typeface="Trebuchet MS"/>
                <a:cs typeface="Trebuchet MS"/>
              </a:rPr>
              <a:t>recreated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by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another </a:t>
            </a:r>
            <a:r>
              <a:rPr sz="3450" spc="-160" dirty="0">
                <a:latin typeface="Trebuchet MS"/>
                <a:cs typeface="Trebuchet MS"/>
              </a:rPr>
              <a:t>student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or</a:t>
            </a:r>
            <a:r>
              <a:rPr sz="3450" spc="-45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collaborator</a:t>
            </a:r>
            <a:endParaRPr sz="3450">
              <a:latin typeface="Trebuchet MS"/>
              <a:cs typeface="Trebuchet MS"/>
            </a:endParaRPr>
          </a:p>
          <a:p>
            <a:pPr marL="526415" indent="-51371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526415" algn="l"/>
              </a:tabLst>
            </a:pPr>
            <a:r>
              <a:rPr sz="3450" spc="-160" dirty="0">
                <a:latin typeface="Trebuchet MS"/>
                <a:cs typeface="Trebuchet MS"/>
              </a:rPr>
              <a:t>Arguably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most</a:t>
            </a:r>
            <a:r>
              <a:rPr sz="3450" spc="-42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important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204" dirty="0">
                <a:latin typeface="Trebuchet MS"/>
                <a:cs typeface="Trebuchet MS"/>
              </a:rPr>
              <a:t>file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in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your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repo</a:t>
            </a:r>
            <a:endParaRPr sz="3450">
              <a:latin typeface="Trebuchet MS"/>
              <a:cs typeface="Trebuchet MS"/>
            </a:endParaRPr>
          </a:p>
          <a:p>
            <a:pPr marL="526415" indent="-513715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526415" algn="l"/>
              </a:tabLst>
            </a:pPr>
            <a:r>
              <a:rPr sz="3450" spc="-70" dirty="0">
                <a:latin typeface="Trebuchet MS"/>
                <a:cs typeface="Trebuchet MS"/>
              </a:rPr>
              <a:t>Use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65" dirty="0">
                <a:solidFill>
                  <a:srgbClr val="006FC0"/>
                </a:solidFill>
                <a:latin typeface="Tahoma"/>
                <a:cs typeface="Tahoma"/>
              </a:rPr>
              <a:t>markdown</a:t>
            </a:r>
            <a:r>
              <a:rPr sz="3450" spc="-38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syntax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make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20" dirty="0">
                <a:latin typeface="Trebuchet MS"/>
                <a:cs typeface="Trebuchet MS"/>
              </a:rPr>
              <a:t>your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215" dirty="0">
                <a:latin typeface="Trebuchet MS"/>
                <a:cs typeface="Trebuchet MS"/>
              </a:rPr>
              <a:t>file</a:t>
            </a:r>
            <a:r>
              <a:rPr sz="3450" spc="-54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clear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and</a:t>
            </a:r>
            <a:r>
              <a:rPr sz="3450" spc="-375" dirty="0">
                <a:latin typeface="Trebuchet MS"/>
                <a:cs typeface="Trebuchet MS"/>
              </a:rPr>
              <a:t> </a:t>
            </a:r>
            <a:r>
              <a:rPr sz="3450" spc="-135" dirty="0">
                <a:latin typeface="Trebuchet MS"/>
                <a:cs typeface="Trebuchet MS"/>
              </a:rPr>
              <a:t>easy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read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2405" y="5021986"/>
            <a:ext cx="4590796" cy="496049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" y="1490472"/>
            <a:ext cx="8444484" cy="8458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89133" y="1064475"/>
            <a:ext cx="7857363" cy="8819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8366" y="5717666"/>
            <a:ext cx="3289427" cy="332714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MARKDOWN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058976" y="477723"/>
            <a:ext cx="2981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14" dirty="0">
                <a:solidFill>
                  <a:srgbClr val="343436"/>
                </a:solidFill>
                <a:latin typeface="Arial"/>
                <a:cs typeface="Arial"/>
              </a:rPr>
              <a:t>MARKDOWN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40648" y="680973"/>
            <a:ext cx="9163685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60" dirty="0">
                <a:latin typeface="Trebuchet MS"/>
                <a:cs typeface="Trebuchet MS"/>
              </a:rPr>
              <a:t>Further</a:t>
            </a:r>
            <a:r>
              <a:rPr sz="2700" b="1" spc="-290" dirty="0">
                <a:latin typeface="Trebuchet MS"/>
                <a:cs typeface="Trebuchet MS"/>
              </a:rPr>
              <a:t> </a:t>
            </a:r>
            <a:r>
              <a:rPr sz="2700" b="1" spc="-10" dirty="0">
                <a:latin typeface="Trebuchet MS"/>
                <a:cs typeface="Trebuchet MS"/>
              </a:rPr>
              <a:t>reading: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70" dirty="0">
                <a:latin typeface="Trebuchet MS"/>
                <a:cs typeface="Trebuchet MS"/>
              </a:rPr>
              <a:t>github.com/adam-</a:t>
            </a:r>
            <a:r>
              <a:rPr sz="2700" spc="-165" dirty="0">
                <a:latin typeface="Trebuchet MS"/>
                <a:cs typeface="Trebuchet MS"/>
              </a:rPr>
              <a:t>p/markdown-</a:t>
            </a:r>
            <a:r>
              <a:rPr sz="2700" spc="-185" dirty="0">
                <a:latin typeface="Trebuchet MS"/>
                <a:cs typeface="Trebuchet MS"/>
              </a:rPr>
              <a:t>here/wiki/Markdown-</a:t>
            </a:r>
            <a:r>
              <a:rPr sz="2700" spc="-75" dirty="0">
                <a:latin typeface="Trebuchet MS"/>
                <a:cs typeface="Trebuchet MS"/>
              </a:rPr>
              <a:t>Cheatsheet/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7496" y="1986152"/>
            <a:ext cx="10530205" cy="7496809"/>
            <a:chOff x="847496" y="1986152"/>
            <a:chExt cx="10530205" cy="749680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496" y="1986152"/>
              <a:ext cx="7633081" cy="6980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2125" y="4959781"/>
              <a:ext cx="8345551" cy="452297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21947" y="2627248"/>
            <a:ext cx="6143625" cy="583793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3963" y="6951674"/>
            <a:ext cx="3573271" cy="267995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73723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75" dirty="0"/>
              <a:t> </a:t>
            </a:r>
            <a:r>
              <a:rPr spc="160" dirty="0"/>
              <a:t>CONCEPS:</a:t>
            </a:r>
            <a:r>
              <a:rPr spc="290" dirty="0"/>
              <a:t> </a:t>
            </a:r>
            <a:r>
              <a:rPr spc="135" dirty="0"/>
              <a:t>MAKING</a:t>
            </a:r>
            <a:r>
              <a:rPr spc="280" dirty="0"/>
              <a:t> </a:t>
            </a:r>
            <a:r>
              <a:rPr dirty="0"/>
              <a:t>A</a:t>
            </a:r>
            <a:r>
              <a:rPr spc="-459" dirty="0"/>
              <a:t> </a:t>
            </a:r>
            <a:r>
              <a:rPr spc="200" dirty="0"/>
              <a:t>COMMIT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7686" y="1873757"/>
            <a:ext cx="233235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-95" dirty="0">
                <a:latin typeface="Tahoma"/>
                <a:cs typeface="Tahoma"/>
              </a:rPr>
              <a:t>The</a:t>
            </a:r>
            <a:r>
              <a:rPr sz="3450" spc="-490" dirty="0">
                <a:latin typeface="Tahoma"/>
                <a:cs typeface="Tahoma"/>
              </a:rPr>
              <a:t> </a:t>
            </a:r>
            <a:r>
              <a:rPr sz="3450" spc="-70" dirty="0">
                <a:latin typeface="Tahoma"/>
                <a:cs typeface="Tahoma"/>
              </a:rPr>
              <a:t>process: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7745" y="3394405"/>
            <a:ext cx="1562100" cy="517525"/>
          </a:xfrm>
          <a:custGeom>
            <a:avLst/>
            <a:gdLst/>
            <a:ahLst/>
            <a:cxnLst/>
            <a:rect l="l" t="t" r="r" b="b"/>
            <a:pathLst>
              <a:path w="1562100" h="517525">
                <a:moveTo>
                  <a:pt x="1562100" y="0"/>
                </a:moveTo>
                <a:lnTo>
                  <a:pt x="0" y="0"/>
                </a:lnTo>
                <a:lnTo>
                  <a:pt x="0" y="517448"/>
                </a:lnTo>
                <a:lnTo>
                  <a:pt x="1562100" y="517448"/>
                </a:lnTo>
                <a:lnTo>
                  <a:pt x="1562100" y="0"/>
                </a:lnTo>
                <a:close/>
              </a:path>
            </a:pathLst>
          </a:custGeom>
          <a:solidFill>
            <a:srgbClr val="EDEB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7686" y="2374096"/>
            <a:ext cx="7369175" cy="1545590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1939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130" dirty="0">
                <a:latin typeface="Trebuchet MS"/>
                <a:cs typeface="Trebuchet MS"/>
              </a:rPr>
              <a:t>Make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some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10" dirty="0">
                <a:latin typeface="Trebuchet MS"/>
                <a:cs typeface="Trebuchet MS"/>
              </a:rPr>
              <a:t>changes</a:t>
            </a:r>
            <a:r>
              <a:rPr sz="3450" spc="-434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to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file</a:t>
            </a:r>
            <a:endParaRPr sz="3450">
              <a:latin typeface="Trebuchet MS"/>
              <a:cs typeface="Trebuchet MS"/>
            </a:endParaRPr>
          </a:p>
          <a:p>
            <a:pPr marL="525780" indent="-513080">
              <a:lnSpc>
                <a:spcPct val="100000"/>
              </a:lnSpc>
              <a:spcBef>
                <a:spcPts val="1845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70" dirty="0">
                <a:latin typeface="Trebuchet MS"/>
                <a:cs typeface="Trebuchet MS"/>
              </a:rPr>
              <a:t>Use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the</a:t>
            </a:r>
            <a:r>
              <a:rPr sz="4500" baseline="4629" dirty="0">
                <a:latin typeface="Courier New"/>
                <a:cs typeface="Courier New"/>
              </a:rPr>
              <a:t>git</a:t>
            </a:r>
            <a:r>
              <a:rPr sz="4500" spc="-577" baseline="4629" dirty="0">
                <a:latin typeface="Courier New"/>
                <a:cs typeface="Courier New"/>
              </a:rPr>
              <a:t> </a:t>
            </a:r>
            <a:r>
              <a:rPr sz="4500" spc="-52" baseline="4629" dirty="0">
                <a:latin typeface="Courier New"/>
                <a:cs typeface="Courier New"/>
              </a:rPr>
              <a:t>add</a:t>
            </a:r>
            <a:r>
              <a:rPr sz="4500" spc="-1620" baseline="4629" dirty="0">
                <a:latin typeface="Courier New"/>
                <a:cs typeface="Courier New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command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or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Atom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to</a:t>
            </a:r>
            <a:endParaRPr sz="3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7686" y="3656055"/>
            <a:ext cx="7335520" cy="363283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525780">
              <a:lnSpc>
                <a:spcPct val="100000"/>
              </a:lnSpc>
              <a:spcBef>
                <a:spcPts val="1895"/>
              </a:spcBef>
            </a:pPr>
            <a:r>
              <a:rPr sz="3450" spc="-75" dirty="0">
                <a:latin typeface="Trebuchet MS"/>
                <a:cs typeface="Trebuchet MS"/>
              </a:rPr>
              <a:t>add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files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to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515" dirty="0">
                <a:latin typeface="Trebuchet MS"/>
                <a:cs typeface="Trebuchet MS"/>
              </a:rPr>
              <a:t> </a:t>
            </a:r>
            <a:r>
              <a:rPr sz="3450" b="1" spc="-65" dirty="0">
                <a:solidFill>
                  <a:srgbClr val="006FC0"/>
                </a:solidFill>
                <a:latin typeface="Trebuchet MS"/>
                <a:cs typeface="Trebuchet MS"/>
              </a:rPr>
              <a:t>staging</a:t>
            </a:r>
            <a:r>
              <a:rPr sz="3450" b="1" spc="-3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450" b="1" spc="-20" dirty="0">
                <a:solidFill>
                  <a:srgbClr val="006FC0"/>
                </a:solidFill>
                <a:latin typeface="Trebuchet MS"/>
                <a:cs typeface="Trebuchet MS"/>
              </a:rPr>
              <a:t>area</a:t>
            </a:r>
            <a:endParaRPr sz="3450">
              <a:latin typeface="Trebuchet MS"/>
              <a:cs typeface="Trebuchet MS"/>
            </a:endParaRPr>
          </a:p>
          <a:p>
            <a:pPr marL="525780" marR="5080" indent="-51371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525780" algn="l"/>
              </a:tabLst>
            </a:pPr>
            <a:r>
              <a:rPr sz="3450" spc="-160" dirty="0">
                <a:latin typeface="Trebuchet MS"/>
                <a:cs typeface="Trebuchet MS"/>
              </a:rPr>
              <a:t>Type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dirty="0">
                <a:latin typeface="Trebuchet MS"/>
                <a:cs typeface="Trebuchet MS"/>
              </a:rPr>
              <a:t>a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145" dirty="0">
                <a:latin typeface="Trebuchet MS"/>
                <a:cs typeface="Trebuchet MS"/>
              </a:rPr>
              <a:t>commit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message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204" dirty="0">
                <a:latin typeface="Trebuchet MS"/>
                <a:cs typeface="Trebuchet MS"/>
              </a:rPr>
              <a:t>(that</a:t>
            </a:r>
            <a:r>
              <a:rPr sz="3450" spc="-53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shortly </a:t>
            </a:r>
            <a:r>
              <a:rPr sz="3450" spc="-150" dirty="0">
                <a:latin typeface="Trebuchet MS"/>
                <a:cs typeface="Trebuchet MS"/>
              </a:rPr>
              <a:t>describes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changes</a:t>
            </a:r>
            <a:r>
              <a:rPr sz="3450" spc="-35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you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made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since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9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last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65" dirty="0">
                <a:latin typeface="Trebuchet MS"/>
                <a:cs typeface="Trebuchet MS"/>
              </a:rPr>
              <a:t>commit)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into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commit </a:t>
            </a:r>
            <a:r>
              <a:rPr sz="3450" spc="-114" dirty="0">
                <a:latin typeface="Trebuchet MS"/>
                <a:cs typeface="Trebuchet MS"/>
              </a:rPr>
              <a:t>message</a:t>
            </a:r>
            <a:r>
              <a:rPr sz="3450" spc="-415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box,</a:t>
            </a:r>
            <a:r>
              <a:rPr sz="3450" spc="-525" dirty="0">
                <a:latin typeface="Trebuchet MS"/>
                <a:cs typeface="Trebuchet MS"/>
              </a:rPr>
              <a:t> </a:t>
            </a:r>
            <a:r>
              <a:rPr sz="3450" spc="-75" dirty="0">
                <a:latin typeface="Trebuchet MS"/>
                <a:cs typeface="Trebuchet MS"/>
              </a:rPr>
              <a:t>and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click</a:t>
            </a:r>
            <a:endParaRPr sz="3450">
              <a:latin typeface="Trebuchet MS"/>
              <a:cs typeface="Trebuchet MS"/>
            </a:endParaRPr>
          </a:p>
          <a:p>
            <a:pPr marL="525780">
              <a:lnSpc>
                <a:spcPts val="4105"/>
              </a:lnSpc>
            </a:pPr>
            <a:r>
              <a:rPr sz="3450" spc="-170" dirty="0">
                <a:latin typeface="Trebuchet MS"/>
                <a:cs typeface="Trebuchet MS"/>
              </a:rPr>
              <a:t>the</a:t>
            </a:r>
            <a:r>
              <a:rPr sz="3450" spc="-505" dirty="0">
                <a:latin typeface="Trebuchet MS"/>
                <a:cs typeface="Trebuchet MS"/>
              </a:rPr>
              <a:t> </a:t>
            </a:r>
            <a:r>
              <a:rPr sz="3450" spc="-140" dirty="0">
                <a:latin typeface="Trebuchet MS"/>
                <a:cs typeface="Trebuchet MS"/>
              </a:rPr>
              <a:t>Commit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button.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9388" y="7571229"/>
            <a:ext cx="8874252" cy="14081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27389" y="2014220"/>
            <a:ext cx="8857107" cy="54914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WRITING</a:t>
            </a:r>
            <a:r>
              <a:rPr spc="305" dirty="0"/>
              <a:t> </a:t>
            </a:r>
            <a:r>
              <a:rPr dirty="0"/>
              <a:t>A</a:t>
            </a:r>
            <a:r>
              <a:rPr spc="-370" dirty="0"/>
              <a:t> </a:t>
            </a:r>
            <a:r>
              <a:rPr spc="55" dirty="0"/>
              <a:t>GOOD</a:t>
            </a:r>
            <a:r>
              <a:rPr spc="300" dirty="0"/>
              <a:t> </a:t>
            </a:r>
            <a:r>
              <a:rPr spc="160" dirty="0"/>
              <a:t>COMMIT</a:t>
            </a:r>
            <a:r>
              <a:rPr spc="415" dirty="0"/>
              <a:t> </a:t>
            </a:r>
            <a:r>
              <a:rPr spc="229" dirty="0"/>
              <a:t>MESSAGE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209" y="2061209"/>
            <a:ext cx="7327265" cy="685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3450" spc="-95" dirty="0">
                <a:latin typeface="Tahoma"/>
                <a:cs typeface="Tahoma"/>
              </a:rPr>
              <a:t>The</a:t>
            </a:r>
            <a:r>
              <a:rPr sz="3450" spc="-490" dirty="0">
                <a:latin typeface="Tahoma"/>
                <a:cs typeface="Tahoma"/>
              </a:rPr>
              <a:t> </a:t>
            </a:r>
            <a:r>
              <a:rPr sz="3450" spc="-25" dirty="0">
                <a:latin typeface="Tahoma"/>
                <a:cs typeface="Tahoma"/>
              </a:rPr>
              <a:t>7</a:t>
            </a:r>
            <a:r>
              <a:rPr sz="3450" spc="-530" dirty="0">
                <a:latin typeface="Tahoma"/>
                <a:cs typeface="Tahoma"/>
              </a:rPr>
              <a:t> </a:t>
            </a:r>
            <a:r>
              <a:rPr sz="3450" spc="-55" dirty="0">
                <a:latin typeface="Tahoma"/>
                <a:cs typeface="Tahoma"/>
              </a:rPr>
              <a:t>rules</a:t>
            </a:r>
            <a:r>
              <a:rPr sz="3450" spc="-450" dirty="0">
                <a:latin typeface="Tahoma"/>
                <a:cs typeface="Tahoma"/>
              </a:rPr>
              <a:t> </a:t>
            </a:r>
            <a:r>
              <a:rPr sz="3450" spc="-40" dirty="0">
                <a:latin typeface="Tahoma"/>
                <a:cs typeface="Tahoma"/>
              </a:rPr>
              <a:t>of</a:t>
            </a:r>
            <a:r>
              <a:rPr sz="3450" spc="-400" dirty="0">
                <a:latin typeface="Tahoma"/>
                <a:cs typeface="Tahoma"/>
              </a:rPr>
              <a:t> </a:t>
            </a:r>
            <a:r>
              <a:rPr sz="3450" dirty="0">
                <a:latin typeface="Tahoma"/>
                <a:cs typeface="Tahoma"/>
              </a:rPr>
              <a:t>a</a:t>
            </a:r>
            <a:r>
              <a:rPr sz="3450" spc="-445" dirty="0">
                <a:latin typeface="Tahoma"/>
                <a:cs typeface="Tahoma"/>
              </a:rPr>
              <a:t> </a:t>
            </a:r>
            <a:r>
              <a:rPr sz="3450" spc="-90" dirty="0">
                <a:latin typeface="Tahoma"/>
                <a:cs typeface="Tahoma"/>
              </a:rPr>
              <a:t>great</a:t>
            </a:r>
            <a:r>
              <a:rPr sz="3450" spc="-470" dirty="0">
                <a:latin typeface="Tahoma"/>
                <a:cs typeface="Tahoma"/>
              </a:rPr>
              <a:t> </a:t>
            </a:r>
            <a:r>
              <a:rPr sz="3450" spc="-30" dirty="0">
                <a:latin typeface="Tahoma"/>
                <a:cs typeface="Tahoma"/>
              </a:rPr>
              <a:t>commit</a:t>
            </a:r>
            <a:r>
              <a:rPr sz="3450" spc="-365" dirty="0">
                <a:latin typeface="Tahoma"/>
                <a:cs typeface="Tahoma"/>
              </a:rPr>
              <a:t> </a:t>
            </a:r>
            <a:r>
              <a:rPr sz="3450" spc="-10" dirty="0">
                <a:latin typeface="Tahoma"/>
                <a:cs typeface="Tahoma"/>
              </a:rPr>
              <a:t>message:</a:t>
            </a:r>
            <a:endParaRPr sz="3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3450">
              <a:latin typeface="Tahoma"/>
              <a:cs typeface="Tahoma"/>
            </a:endParaRPr>
          </a:p>
          <a:p>
            <a:pPr marL="696595" marR="610235" indent="-684530">
              <a:lnSpc>
                <a:spcPts val="4100"/>
              </a:lnSpc>
              <a:buAutoNum type="arabicPeriod"/>
              <a:tabLst>
                <a:tab pos="698500" algn="l"/>
              </a:tabLst>
            </a:pPr>
            <a:r>
              <a:rPr sz="3450" spc="-165" dirty="0">
                <a:latin typeface="Trebuchet MS"/>
                <a:cs typeface="Trebuchet MS"/>
              </a:rPr>
              <a:t>Separate</a:t>
            </a:r>
            <a:r>
              <a:rPr sz="3450" spc="-459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subject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from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body</a:t>
            </a:r>
            <a:r>
              <a:rPr sz="3450" spc="-360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with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a 	</a:t>
            </a:r>
            <a:r>
              <a:rPr sz="3450" spc="-120" dirty="0">
                <a:latin typeface="Trebuchet MS"/>
                <a:cs typeface="Trebuchet MS"/>
              </a:rPr>
              <a:t>blank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line</a:t>
            </a:r>
            <a:endParaRPr sz="3450">
              <a:latin typeface="Trebuchet MS"/>
              <a:cs typeface="Trebuchet MS"/>
            </a:endParaRPr>
          </a:p>
          <a:p>
            <a:pPr marL="697230" indent="-683260">
              <a:lnSpc>
                <a:spcPts val="3970"/>
              </a:lnSpc>
              <a:buAutoNum type="arabicPeriod"/>
              <a:tabLst>
                <a:tab pos="697230" algn="l"/>
              </a:tabLst>
            </a:pPr>
            <a:r>
              <a:rPr sz="3450" spc="-160" dirty="0">
                <a:latin typeface="Trebuchet MS"/>
                <a:cs typeface="Trebuchet MS"/>
              </a:rPr>
              <a:t>Limit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subject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line</a:t>
            </a:r>
            <a:r>
              <a:rPr sz="3450" spc="-455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to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50</a:t>
            </a:r>
            <a:r>
              <a:rPr sz="3450" spc="-470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characters</a:t>
            </a:r>
            <a:endParaRPr sz="3450">
              <a:latin typeface="Trebuchet MS"/>
              <a:cs typeface="Trebuchet MS"/>
            </a:endParaRPr>
          </a:p>
          <a:p>
            <a:pPr marL="697230" indent="-683260">
              <a:lnSpc>
                <a:spcPts val="4045"/>
              </a:lnSpc>
              <a:spcBef>
                <a:spcPts val="60"/>
              </a:spcBef>
              <a:buAutoNum type="arabicPeriod"/>
              <a:tabLst>
                <a:tab pos="697230" algn="l"/>
              </a:tabLst>
            </a:pPr>
            <a:r>
              <a:rPr sz="3450" spc="-185" dirty="0">
                <a:latin typeface="Trebuchet MS"/>
                <a:cs typeface="Trebuchet MS"/>
              </a:rPr>
              <a:t>Capitalize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subject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line</a:t>
            </a:r>
            <a:endParaRPr sz="3450">
              <a:latin typeface="Trebuchet MS"/>
              <a:cs typeface="Trebuchet MS"/>
            </a:endParaRPr>
          </a:p>
          <a:p>
            <a:pPr marL="697865" indent="-685165">
              <a:lnSpc>
                <a:spcPts val="4045"/>
              </a:lnSpc>
              <a:buAutoNum type="arabicPeriod"/>
              <a:tabLst>
                <a:tab pos="697865" algn="l"/>
              </a:tabLst>
            </a:pPr>
            <a:r>
              <a:rPr sz="3450" spc="-30" dirty="0">
                <a:latin typeface="Trebuchet MS"/>
                <a:cs typeface="Trebuchet MS"/>
              </a:rPr>
              <a:t>Do</a:t>
            </a:r>
            <a:r>
              <a:rPr sz="3450" spc="-380" dirty="0">
                <a:latin typeface="Trebuchet MS"/>
                <a:cs typeface="Trebuchet MS"/>
              </a:rPr>
              <a:t> </a:t>
            </a:r>
            <a:r>
              <a:rPr sz="3450" spc="-114" dirty="0">
                <a:latin typeface="Trebuchet MS"/>
                <a:cs typeface="Trebuchet MS"/>
              </a:rPr>
              <a:t>not</a:t>
            </a:r>
            <a:r>
              <a:rPr sz="3450" spc="-440" dirty="0">
                <a:latin typeface="Trebuchet MS"/>
                <a:cs typeface="Trebuchet MS"/>
              </a:rPr>
              <a:t> </a:t>
            </a:r>
            <a:r>
              <a:rPr sz="3450" spc="-105" dirty="0">
                <a:latin typeface="Trebuchet MS"/>
                <a:cs typeface="Trebuchet MS"/>
              </a:rPr>
              <a:t>end</a:t>
            </a:r>
            <a:r>
              <a:rPr sz="3450" spc="-409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90" dirty="0">
                <a:latin typeface="Trebuchet MS"/>
                <a:cs typeface="Trebuchet MS"/>
              </a:rPr>
              <a:t>subject</a:t>
            </a:r>
            <a:r>
              <a:rPr sz="3450" spc="-500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line</a:t>
            </a:r>
            <a:r>
              <a:rPr sz="3450" spc="-465" dirty="0">
                <a:latin typeface="Trebuchet MS"/>
                <a:cs typeface="Trebuchet MS"/>
              </a:rPr>
              <a:t> </a:t>
            </a:r>
            <a:r>
              <a:rPr sz="3450" spc="-175" dirty="0">
                <a:latin typeface="Trebuchet MS"/>
                <a:cs typeface="Trebuchet MS"/>
              </a:rPr>
              <a:t>with</a:t>
            </a:r>
            <a:r>
              <a:rPr sz="3450" spc="-480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a</a:t>
            </a:r>
            <a:endParaRPr sz="3450">
              <a:latin typeface="Trebuchet MS"/>
              <a:cs typeface="Trebuchet MS"/>
            </a:endParaRPr>
          </a:p>
          <a:p>
            <a:pPr marL="698500">
              <a:lnSpc>
                <a:spcPct val="100000"/>
              </a:lnSpc>
              <a:spcBef>
                <a:spcPts val="60"/>
              </a:spcBef>
            </a:pPr>
            <a:r>
              <a:rPr sz="3450" spc="-10" dirty="0">
                <a:latin typeface="Trebuchet MS"/>
                <a:cs typeface="Trebuchet MS"/>
              </a:rPr>
              <a:t>period</a:t>
            </a:r>
            <a:endParaRPr sz="3450">
              <a:latin typeface="Trebuchet MS"/>
              <a:cs typeface="Trebuchet MS"/>
            </a:endParaRPr>
          </a:p>
          <a:p>
            <a:pPr marL="696595" marR="1028065" indent="-683260">
              <a:lnSpc>
                <a:spcPct val="100000"/>
              </a:lnSpc>
              <a:spcBef>
                <a:spcPts val="15"/>
              </a:spcBef>
              <a:buAutoNum type="arabicPeriod" startAt="5"/>
              <a:tabLst>
                <a:tab pos="698500" algn="l"/>
              </a:tabLst>
            </a:pPr>
            <a:r>
              <a:rPr sz="3450" spc="-70" dirty="0">
                <a:latin typeface="Trebuchet MS"/>
                <a:cs typeface="Trebuchet MS"/>
              </a:rPr>
              <a:t>Use</a:t>
            </a:r>
            <a:r>
              <a:rPr sz="3450" spc="-385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484" dirty="0">
                <a:latin typeface="Trebuchet MS"/>
                <a:cs typeface="Trebuchet MS"/>
              </a:rPr>
              <a:t> </a:t>
            </a:r>
            <a:r>
              <a:rPr sz="3450" spc="-200" dirty="0">
                <a:latin typeface="Trebuchet MS"/>
                <a:cs typeface="Trebuchet MS"/>
              </a:rPr>
              <a:t>imperative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50" dirty="0">
                <a:latin typeface="Trebuchet MS"/>
                <a:cs typeface="Trebuchet MS"/>
              </a:rPr>
              <a:t>mood</a:t>
            </a:r>
            <a:r>
              <a:rPr sz="3450" spc="-355" dirty="0">
                <a:latin typeface="Trebuchet MS"/>
                <a:cs typeface="Trebuchet MS"/>
              </a:rPr>
              <a:t> </a:t>
            </a:r>
            <a:r>
              <a:rPr sz="3450" spc="-95" dirty="0">
                <a:latin typeface="Trebuchet MS"/>
                <a:cs typeface="Trebuchet MS"/>
              </a:rPr>
              <a:t>in</a:t>
            </a:r>
            <a:r>
              <a:rPr sz="3450" spc="-405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the 	</a:t>
            </a:r>
            <a:r>
              <a:rPr sz="3450" spc="-190" dirty="0">
                <a:latin typeface="Trebuchet MS"/>
                <a:cs typeface="Trebuchet MS"/>
              </a:rPr>
              <a:t>subject</a:t>
            </a:r>
            <a:r>
              <a:rPr sz="3450" spc="-430" dirty="0">
                <a:latin typeface="Trebuchet MS"/>
                <a:cs typeface="Trebuchet MS"/>
              </a:rPr>
              <a:t> </a:t>
            </a:r>
            <a:r>
              <a:rPr sz="3450" spc="-20" dirty="0">
                <a:latin typeface="Trebuchet MS"/>
                <a:cs typeface="Trebuchet MS"/>
              </a:rPr>
              <a:t>line</a:t>
            </a:r>
            <a:endParaRPr sz="3450">
              <a:latin typeface="Trebuchet MS"/>
              <a:cs typeface="Trebuchet MS"/>
            </a:endParaRPr>
          </a:p>
          <a:p>
            <a:pPr marL="697230" indent="-683260">
              <a:lnSpc>
                <a:spcPts val="4120"/>
              </a:lnSpc>
              <a:spcBef>
                <a:spcPts val="60"/>
              </a:spcBef>
              <a:buAutoNum type="arabicPeriod" startAt="5"/>
              <a:tabLst>
                <a:tab pos="697230" algn="l"/>
              </a:tabLst>
            </a:pPr>
            <a:r>
              <a:rPr sz="3450" spc="-165" dirty="0">
                <a:latin typeface="Trebuchet MS"/>
                <a:cs typeface="Trebuchet MS"/>
              </a:rPr>
              <a:t>Wrap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20" dirty="0">
                <a:latin typeface="Trebuchet MS"/>
                <a:cs typeface="Trebuchet MS"/>
              </a:rPr>
              <a:t> </a:t>
            </a:r>
            <a:r>
              <a:rPr sz="3450" spc="-90" dirty="0">
                <a:latin typeface="Trebuchet MS"/>
                <a:cs typeface="Trebuchet MS"/>
              </a:rPr>
              <a:t>body</a:t>
            </a:r>
            <a:r>
              <a:rPr sz="3450" spc="-390" dirty="0">
                <a:latin typeface="Trebuchet MS"/>
                <a:cs typeface="Trebuchet MS"/>
              </a:rPr>
              <a:t> </a:t>
            </a:r>
            <a:r>
              <a:rPr sz="3450" spc="-125" dirty="0">
                <a:latin typeface="Trebuchet MS"/>
                <a:cs typeface="Trebuchet MS"/>
              </a:rPr>
              <a:t>at</a:t>
            </a:r>
            <a:r>
              <a:rPr sz="3450" spc="-555" dirty="0">
                <a:latin typeface="Trebuchet MS"/>
                <a:cs typeface="Trebuchet MS"/>
              </a:rPr>
              <a:t> </a:t>
            </a:r>
            <a:r>
              <a:rPr sz="3450" spc="-100" dirty="0">
                <a:latin typeface="Trebuchet MS"/>
                <a:cs typeface="Trebuchet MS"/>
              </a:rPr>
              <a:t>72</a:t>
            </a:r>
            <a:r>
              <a:rPr sz="3450" spc="-475" dirty="0">
                <a:latin typeface="Trebuchet MS"/>
                <a:cs typeface="Trebuchet MS"/>
              </a:rPr>
              <a:t> </a:t>
            </a:r>
            <a:r>
              <a:rPr sz="3450" spc="-10" dirty="0">
                <a:latin typeface="Trebuchet MS"/>
                <a:cs typeface="Trebuchet MS"/>
              </a:rPr>
              <a:t>characters</a:t>
            </a:r>
            <a:endParaRPr sz="3450">
              <a:latin typeface="Trebuchet MS"/>
              <a:cs typeface="Trebuchet MS"/>
            </a:endParaRPr>
          </a:p>
          <a:p>
            <a:pPr marL="695960" marR="745490" indent="-682625">
              <a:lnSpc>
                <a:spcPts val="4240"/>
              </a:lnSpc>
              <a:buAutoNum type="arabicPeriod" startAt="5"/>
              <a:tabLst>
                <a:tab pos="698500" algn="l"/>
              </a:tabLst>
            </a:pPr>
            <a:r>
              <a:rPr sz="3450" spc="-70" dirty="0">
                <a:latin typeface="Trebuchet MS"/>
                <a:cs typeface="Trebuchet MS"/>
              </a:rPr>
              <a:t>Use</a:t>
            </a:r>
            <a:r>
              <a:rPr sz="3450" spc="-400" dirty="0">
                <a:latin typeface="Trebuchet MS"/>
                <a:cs typeface="Trebuchet MS"/>
              </a:rPr>
              <a:t> </a:t>
            </a:r>
            <a:r>
              <a:rPr sz="3450" spc="-160" dirty="0">
                <a:latin typeface="Trebuchet MS"/>
                <a:cs typeface="Trebuchet MS"/>
              </a:rPr>
              <a:t>the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body</a:t>
            </a:r>
            <a:r>
              <a:rPr sz="3450" spc="-395" dirty="0">
                <a:latin typeface="Trebuchet MS"/>
                <a:cs typeface="Trebuchet MS"/>
              </a:rPr>
              <a:t> </a:t>
            </a:r>
            <a:r>
              <a:rPr sz="3450" spc="-85" dirty="0">
                <a:latin typeface="Trebuchet MS"/>
                <a:cs typeface="Trebuchet MS"/>
              </a:rPr>
              <a:t>to</a:t>
            </a:r>
            <a:r>
              <a:rPr sz="3450" spc="-490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explain</a:t>
            </a:r>
            <a:r>
              <a:rPr sz="3450" spc="-445" dirty="0">
                <a:latin typeface="Trebuchet MS"/>
                <a:cs typeface="Trebuchet MS"/>
              </a:rPr>
              <a:t> </a:t>
            </a:r>
            <a:r>
              <a:rPr sz="3450" spc="-150" dirty="0">
                <a:latin typeface="Trebuchet MS"/>
                <a:cs typeface="Trebuchet MS"/>
              </a:rPr>
              <a:t>what</a:t>
            </a:r>
            <a:r>
              <a:rPr sz="3450" spc="-509" dirty="0">
                <a:latin typeface="Trebuchet MS"/>
                <a:cs typeface="Trebuchet MS"/>
              </a:rPr>
              <a:t> </a:t>
            </a:r>
            <a:r>
              <a:rPr sz="3450" spc="-25" dirty="0">
                <a:latin typeface="Trebuchet MS"/>
                <a:cs typeface="Trebuchet MS"/>
              </a:rPr>
              <a:t>and 	</a:t>
            </a:r>
            <a:r>
              <a:rPr sz="3450" i="1" spc="-165" dirty="0">
                <a:latin typeface="Trebuchet MS"/>
                <a:cs typeface="Trebuchet MS"/>
              </a:rPr>
              <a:t>why</a:t>
            </a:r>
            <a:r>
              <a:rPr sz="3450" i="1" spc="-555" dirty="0">
                <a:latin typeface="Trebuchet MS"/>
                <a:cs typeface="Trebuchet MS"/>
              </a:rPr>
              <a:t> </a:t>
            </a:r>
            <a:r>
              <a:rPr sz="3450" spc="-180" dirty="0">
                <a:latin typeface="Trebuchet MS"/>
                <a:cs typeface="Trebuchet MS"/>
              </a:rPr>
              <a:t>vs.</a:t>
            </a:r>
            <a:r>
              <a:rPr sz="3450" spc="-560" dirty="0">
                <a:latin typeface="Trebuchet MS"/>
                <a:cs typeface="Trebuchet MS"/>
              </a:rPr>
              <a:t> </a:t>
            </a:r>
            <a:r>
              <a:rPr sz="3450" i="1" spc="-25" dirty="0">
                <a:latin typeface="Trebuchet MS"/>
                <a:cs typeface="Trebuchet MS"/>
              </a:rPr>
              <a:t>how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9955" y="3069970"/>
            <a:ext cx="9129395" cy="514705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WRITING</a:t>
            </a:r>
            <a:r>
              <a:rPr spc="305" dirty="0"/>
              <a:t> </a:t>
            </a:r>
            <a:r>
              <a:rPr dirty="0"/>
              <a:t>A</a:t>
            </a:r>
            <a:r>
              <a:rPr spc="-370" dirty="0"/>
              <a:t> </a:t>
            </a:r>
            <a:r>
              <a:rPr spc="55" dirty="0"/>
              <a:t>GOOD</a:t>
            </a:r>
            <a:r>
              <a:rPr spc="300" dirty="0"/>
              <a:t> </a:t>
            </a:r>
            <a:r>
              <a:rPr spc="160" dirty="0"/>
              <a:t>COMMIT</a:t>
            </a:r>
            <a:r>
              <a:rPr spc="415" dirty="0"/>
              <a:t> </a:t>
            </a:r>
            <a:r>
              <a:rPr spc="229" dirty="0"/>
              <a:t>MESSAGE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524" y="1999411"/>
            <a:ext cx="10092944" cy="77541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99875" y="2025142"/>
            <a:ext cx="4658995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60" dirty="0">
                <a:latin typeface="Trebuchet MS"/>
                <a:cs typeface="Trebuchet MS"/>
              </a:rPr>
              <a:t>Further</a:t>
            </a:r>
            <a:r>
              <a:rPr sz="2700" b="1" spc="-290" dirty="0">
                <a:latin typeface="Trebuchet MS"/>
                <a:cs typeface="Trebuchet MS"/>
              </a:rPr>
              <a:t> </a:t>
            </a:r>
            <a:r>
              <a:rPr sz="2700" b="1" spc="-10" dirty="0">
                <a:latin typeface="Trebuchet MS"/>
                <a:cs typeface="Trebuchet MS"/>
              </a:rPr>
              <a:t>reading: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80" dirty="0">
                <a:solidFill>
                  <a:srgbClr val="343436"/>
                </a:solidFill>
                <a:latin typeface="Trebuchet MS"/>
                <a:cs typeface="Trebuchet MS"/>
              </a:rPr>
              <a:t>chris.beams.io/posts/git-</a:t>
            </a:r>
            <a:r>
              <a:rPr sz="2700" spc="-75" dirty="0">
                <a:solidFill>
                  <a:srgbClr val="343436"/>
                </a:solidFill>
                <a:latin typeface="Trebuchet MS"/>
                <a:cs typeface="Trebuchet MS"/>
              </a:rPr>
              <a:t>commit/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9718" y="5202250"/>
            <a:ext cx="4704461" cy="422135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636" y="1485900"/>
            <a:ext cx="14105763" cy="833361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257249"/>
            <a:ext cx="13563600" cy="837831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7563" y="1028700"/>
            <a:ext cx="1206817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97240" y="3112389"/>
            <a:ext cx="836930" cy="3171825"/>
          </a:xfrm>
          <a:custGeom>
            <a:avLst/>
            <a:gdLst/>
            <a:ahLst/>
            <a:cxnLst/>
            <a:rect l="l" t="t" r="r" b="b"/>
            <a:pathLst>
              <a:path w="836929" h="3171825">
                <a:moveTo>
                  <a:pt x="217296" y="0"/>
                </a:moveTo>
                <a:lnTo>
                  <a:pt x="0" y="0"/>
                </a:lnTo>
                <a:lnTo>
                  <a:pt x="85725" y="437133"/>
                </a:lnTo>
                <a:lnTo>
                  <a:pt x="144906" y="731519"/>
                </a:lnTo>
                <a:lnTo>
                  <a:pt x="326262" y="1608454"/>
                </a:lnTo>
                <a:lnTo>
                  <a:pt x="548131" y="2715386"/>
                </a:lnTo>
                <a:lnTo>
                  <a:pt x="637793" y="3171570"/>
                </a:lnTo>
                <a:lnTo>
                  <a:pt x="836929" y="3171570"/>
                </a:lnTo>
                <a:lnTo>
                  <a:pt x="785876" y="2933445"/>
                </a:lnTo>
                <a:lnTo>
                  <a:pt x="713739" y="2585719"/>
                </a:lnTo>
                <a:lnTo>
                  <a:pt x="597026" y="2005329"/>
                </a:lnTo>
                <a:lnTo>
                  <a:pt x="326898" y="625093"/>
                </a:lnTo>
                <a:lnTo>
                  <a:pt x="296290" y="464057"/>
                </a:lnTo>
                <a:lnTo>
                  <a:pt x="276605" y="356742"/>
                </a:lnTo>
                <a:lnTo>
                  <a:pt x="257809" y="250825"/>
                </a:lnTo>
                <a:lnTo>
                  <a:pt x="240283" y="147574"/>
                </a:lnTo>
                <a:lnTo>
                  <a:pt x="232155" y="97281"/>
                </a:lnTo>
                <a:lnTo>
                  <a:pt x="217296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180446" y="3112389"/>
            <a:ext cx="958215" cy="3187700"/>
          </a:xfrm>
          <a:custGeom>
            <a:avLst/>
            <a:gdLst/>
            <a:ahLst/>
            <a:cxnLst/>
            <a:rect l="l" t="t" r="r" b="b"/>
            <a:pathLst>
              <a:path w="958215" h="3187700">
                <a:moveTo>
                  <a:pt x="354075" y="0"/>
                </a:moveTo>
                <a:lnTo>
                  <a:pt x="0" y="0"/>
                </a:lnTo>
                <a:lnTo>
                  <a:pt x="23622" y="123697"/>
                </a:lnTo>
                <a:lnTo>
                  <a:pt x="52577" y="268477"/>
                </a:lnTo>
                <a:lnTo>
                  <a:pt x="95250" y="474471"/>
                </a:lnTo>
                <a:lnTo>
                  <a:pt x="149605" y="728598"/>
                </a:lnTo>
                <a:lnTo>
                  <a:pt x="345821" y="1622678"/>
                </a:lnTo>
                <a:lnTo>
                  <a:pt x="398145" y="1868169"/>
                </a:lnTo>
                <a:lnTo>
                  <a:pt x="438657" y="2064638"/>
                </a:lnTo>
                <a:lnTo>
                  <a:pt x="458343" y="2162936"/>
                </a:lnTo>
                <a:lnTo>
                  <a:pt x="479551" y="2273299"/>
                </a:lnTo>
                <a:lnTo>
                  <a:pt x="498728" y="2379598"/>
                </a:lnTo>
                <a:lnTo>
                  <a:pt x="516508" y="2482468"/>
                </a:lnTo>
                <a:lnTo>
                  <a:pt x="541147" y="2632836"/>
                </a:lnTo>
                <a:lnTo>
                  <a:pt x="588391" y="2929635"/>
                </a:lnTo>
                <a:lnTo>
                  <a:pt x="605027" y="3030854"/>
                </a:lnTo>
                <a:lnTo>
                  <a:pt x="622680" y="3134613"/>
                </a:lnTo>
                <a:lnTo>
                  <a:pt x="632078" y="3187699"/>
                </a:lnTo>
                <a:lnTo>
                  <a:pt x="654557" y="3180460"/>
                </a:lnTo>
                <a:lnTo>
                  <a:pt x="677545" y="3175507"/>
                </a:lnTo>
                <a:lnTo>
                  <a:pt x="701039" y="3172586"/>
                </a:lnTo>
                <a:lnTo>
                  <a:pt x="724788" y="3171570"/>
                </a:lnTo>
                <a:lnTo>
                  <a:pt x="958087" y="3171570"/>
                </a:lnTo>
                <a:lnTo>
                  <a:pt x="844676" y="2615310"/>
                </a:lnTo>
                <a:lnTo>
                  <a:pt x="779652" y="2288920"/>
                </a:lnTo>
                <a:lnTo>
                  <a:pt x="728472" y="2023490"/>
                </a:lnTo>
                <a:lnTo>
                  <a:pt x="689736" y="1816353"/>
                </a:lnTo>
                <a:lnTo>
                  <a:pt x="662304" y="1664715"/>
                </a:lnTo>
                <a:lnTo>
                  <a:pt x="636524" y="1516379"/>
                </a:lnTo>
                <a:lnTo>
                  <a:pt x="612267" y="1371853"/>
                </a:lnTo>
                <a:lnTo>
                  <a:pt x="589914" y="1231391"/>
                </a:lnTo>
                <a:lnTo>
                  <a:pt x="576199" y="1140205"/>
                </a:lnTo>
                <a:lnTo>
                  <a:pt x="563245" y="1051051"/>
                </a:lnTo>
                <a:lnTo>
                  <a:pt x="551306" y="964056"/>
                </a:lnTo>
                <a:lnTo>
                  <a:pt x="540511" y="879220"/>
                </a:lnTo>
                <a:lnTo>
                  <a:pt x="530605" y="796670"/>
                </a:lnTo>
                <a:lnTo>
                  <a:pt x="526160" y="756284"/>
                </a:lnTo>
                <a:lnTo>
                  <a:pt x="422021" y="302767"/>
                </a:lnTo>
                <a:lnTo>
                  <a:pt x="354075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36863" y="3112389"/>
            <a:ext cx="1019175" cy="3198495"/>
          </a:xfrm>
          <a:custGeom>
            <a:avLst/>
            <a:gdLst/>
            <a:ahLst/>
            <a:cxnLst/>
            <a:rect l="l" t="t" r="r" b="b"/>
            <a:pathLst>
              <a:path w="1019175" h="3198495">
                <a:moveTo>
                  <a:pt x="374776" y="0"/>
                </a:moveTo>
                <a:lnTo>
                  <a:pt x="0" y="0"/>
                </a:lnTo>
                <a:lnTo>
                  <a:pt x="386714" y="2047112"/>
                </a:lnTo>
                <a:lnTo>
                  <a:pt x="519810" y="2732658"/>
                </a:lnTo>
                <a:lnTo>
                  <a:pt x="607440" y="3171570"/>
                </a:lnTo>
                <a:lnTo>
                  <a:pt x="884301" y="3171570"/>
                </a:lnTo>
                <a:lnTo>
                  <a:pt x="919098" y="3173348"/>
                </a:lnTo>
                <a:lnTo>
                  <a:pt x="953388" y="3178301"/>
                </a:lnTo>
                <a:lnTo>
                  <a:pt x="986789" y="3186556"/>
                </a:lnTo>
                <a:lnTo>
                  <a:pt x="1019047" y="3197986"/>
                </a:lnTo>
                <a:lnTo>
                  <a:pt x="936497" y="2726562"/>
                </a:lnTo>
                <a:lnTo>
                  <a:pt x="927861" y="2676143"/>
                </a:lnTo>
                <a:lnTo>
                  <a:pt x="915542" y="2619628"/>
                </a:lnTo>
                <a:lnTo>
                  <a:pt x="903604" y="2567050"/>
                </a:lnTo>
                <a:lnTo>
                  <a:pt x="891793" y="2518028"/>
                </a:lnTo>
                <a:lnTo>
                  <a:pt x="880236" y="2471800"/>
                </a:lnTo>
                <a:lnTo>
                  <a:pt x="868806" y="2427985"/>
                </a:lnTo>
                <a:lnTo>
                  <a:pt x="846327" y="2345181"/>
                </a:lnTo>
                <a:lnTo>
                  <a:pt x="812800" y="2225039"/>
                </a:lnTo>
                <a:lnTo>
                  <a:pt x="801623" y="2184018"/>
                </a:lnTo>
                <a:lnTo>
                  <a:pt x="778763" y="2096769"/>
                </a:lnTo>
                <a:lnTo>
                  <a:pt x="767079" y="2049652"/>
                </a:lnTo>
                <a:lnTo>
                  <a:pt x="755268" y="1999360"/>
                </a:lnTo>
                <a:lnTo>
                  <a:pt x="743076" y="1945512"/>
                </a:lnTo>
                <a:lnTo>
                  <a:pt x="730630" y="1887473"/>
                </a:lnTo>
                <a:lnTo>
                  <a:pt x="717930" y="1824608"/>
                </a:lnTo>
                <a:lnTo>
                  <a:pt x="704722" y="1756536"/>
                </a:lnTo>
                <a:lnTo>
                  <a:pt x="691133" y="1682749"/>
                </a:lnTo>
                <a:lnTo>
                  <a:pt x="679450" y="1598802"/>
                </a:lnTo>
                <a:lnTo>
                  <a:pt x="667003" y="1514474"/>
                </a:lnTo>
                <a:lnTo>
                  <a:pt x="653541" y="1429511"/>
                </a:lnTo>
                <a:lnTo>
                  <a:pt x="639317" y="1343532"/>
                </a:lnTo>
                <a:lnTo>
                  <a:pt x="624331" y="1256283"/>
                </a:lnTo>
                <a:lnTo>
                  <a:pt x="600075" y="1122298"/>
                </a:lnTo>
                <a:lnTo>
                  <a:pt x="573785" y="983868"/>
                </a:lnTo>
                <a:lnTo>
                  <a:pt x="535812" y="790320"/>
                </a:lnTo>
                <a:lnTo>
                  <a:pt x="374776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9313" y="5709665"/>
            <a:ext cx="147955" cy="574675"/>
          </a:xfrm>
          <a:custGeom>
            <a:avLst/>
            <a:gdLst/>
            <a:ahLst/>
            <a:cxnLst/>
            <a:rect l="l" t="t" r="r" b="b"/>
            <a:pathLst>
              <a:path w="147954" h="574675">
                <a:moveTo>
                  <a:pt x="15493" y="0"/>
                </a:moveTo>
                <a:lnTo>
                  <a:pt x="7238" y="8889"/>
                </a:lnTo>
                <a:lnTo>
                  <a:pt x="2031" y="27050"/>
                </a:lnTo>
                <a:lnTo>
                  <a:pt x="0" y="53848"/>
                </a:lnTo>
                <a:lnTo>
                  <a:pt x="634" y="88646"/>
                </a:lnTo>
                <a:lnTo>
                  <a:pt x="3809" y="130810"/>
                </a:lnTo>
                <a:lnTo>
                  <a:pt x="9397" y="179578"/>
                </a:lnTo>
                <a:lnTo>
                  <a:pt x="17144" y="234187"/>
                </a:lnTo>
                <a:lnTo>
                  <a:pt x="26669" y="294259"/>
                </a:lnTo>
                <a:lnTo>
                  <a:pt x="37972" y="358901"/>
                </a:lnTo>
                <a:lnTo>
                  <a:pt x="50672" y="427609"/>
                </a:lnTo>
                <a:lnTo>
                  <a:pt x="64515" y="499618"/>
                </a:lnTo>
                <a:lnTo>
                  <a:pt x="79501" y="574294"/>
                </a:lnTo>
                <a:lnTo>
                  <a:pt x="147827" y="574294"/>
                </a:lnTo>
                <a:lnTo>
                  <a:pt x="92328" y="305688"/>
                </a:lnTo>
                <a:lnTo>
                  <a:pt x="27304" y="1143"/>
                </a:lnTo>
                <a:lnTo>
                  <a:pt x="15493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5697" y="3112389"/>
            <a:ext cx="886460" cy="4138929"/>
          </a:xfrm>
          <a:custGeom>
            <a:avLst/>
            <a:gdLst/>
            <a:ahLst/>
            <a:cxnLst/>
            <a:rect l="l" t="t" r="r" b="b"/>
            <a:pathLst>
              <a:path w="886459" h="4138929">
                <a:moveTo>
                  <a:pt x="85217" y="0"/>
                </a:moveTo>
                <a:lnTo>
                  <a:pt x="0" y="0"/>
                </a:lnTo>
                <a:lnTo>
                  <a:pt x="117982" y="640714"/>
                </a:lnTo>
                <a:lnTo>
                  <a:pt x="217931" y="1200911"/>
                </a:lnTo>
                <a:lnTo>
                  <a:pt x="719454" y="4038472"/>
                </a:lnTo>
                <a:lnTo>
                  <a:pt x="748029" y="4098035"/>
                </a:lnTo>
                <a:lnTo>
                  <a:pt x="771017" y="4126483"/>
                </a:lnTo>
                <a:lnTo>
                  <a:pt x="801370" y="4138929"/>
                </a:lnTo>
                <a:lnTo>
                  <a:pt x="833501" y="4136770"/>
                </a:lnTo>
                <a:lnTo>
                  <a:pt x="861822" y="4121657"/>
                </a:lnTo>
                <a:lnTo>
                  <a:pt x="881252" y="4095114"/>
                </a:lnTo>
                <a:lnTo>
                  <a:pt x="885951" y="4058792"/>
                </a:lnTo>
                <a:lnTo>
                  <a:pt x="873251" y="3940047"/>
                </a:lnTo>
                <a:lnTo>
                  <a:pt x="847851" y="3810761"/>
                </a:lnTo>
                <a:lnTo>
                  <a:pt x="828167" y="3716273"/>
                </a:lnTo>
                <a:lnTo>
                  <a:pt x="796925" y="3570731"/>
                </a:lnTo>
                <a:lnTo>
                  <a:pt x="673988" y="3016249"/>
                </a:lnTo>
                <a:lnTo>
                  <a:pt x="641350" y="2864865"/>
                </a:lnTo>
                <a:lnTo>
                  <a:pt x="620395" y="2765297"/>
                </a:lnTo>
                <a:lnTo>
                  <a:pt x="600582" y="2667126"/>
                </a:lnTo>
                <a:lnTo>
                  <a:pt x="581786" y="2570733"/>
                </a:lnTo>
                <a:lnTo>
                  <a:pt x="560451" y="2454655"/>
                </a:lnTo>
                <a:lnTo>
                  <a:pt x="541274" y="2345689"/>
                </a:lnTo>
                <a:lnTo>
                  <a:pt x="524001" y="2242438"/>
                </a:lnTo>
                <a:lnTo>
                  <a:pt x="455168" y="1810638"/>
                </a:lnTo>
                <a:lnTo>
                  <a:pt x="438911" y="1713483"/>
                </a:lnTo>
                <a:lnTo>
                  <a:pt x="421385" y="1612899"/>
                </a:lnTo>
                <a:lnTo>
                  <a:pt x="401827" y="1507362"/>
                </a:lnTo>
                <a:lnTo>
                  <a:pt x="391286" y="1452244"/>
                </a:lnTo>
                <a:lnTo>
                  <a:pt x="329183" y="1145412"/>
                </a:lnTo>
                <a:lnTo>
                  <a:pt x="245999" y="746505"/>
                </a:lnTo>
                <a:lnTo>
                  <a:pt x="85217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31739" y="3636009"/>
            <a:ext cx="607695" cy="2647950"/>
          </a:xfrm>
          <a:custGeom>
            <a:avLst/>
            <a:gdLst/>
            <a:ahLst/>
            <a:cxnLst/>
            <a:rect l="l" t="t" r="r" b="b"/>
            <a:pathLst>
              <a:path w="607695" h="2647950">
                <a:moveTo>
                  <a:pt x="381" y="0"/>
                </a:moveTo>
                <a:lnTo>
                  <a:pt x="0" y="11175"/>
                </a:lnTo>
                <a:lnTo>
                  <a:pt x="0" y="27050"/>
                </a:lnTo>
                <a:lnTo>
                  <a:pt x="93980" y="513207"/>
                </a:lnTo>
                <a:lnTo>
                  <a:pt x="489585" y="2645918"/>
                </a:lnTo>
                <a:lnTo>
                  <a:pt x="511810" y="2647442"/>
                </a:lnTo>
                <a:lnTo>
                  <a:pt x="534162" y="2647950"/>
                </a:lnTo>
                <a:lnTo>
                  <a:pt x="607440" y="2647950"/>
                </a:lnTo>
                <a:lnTo>
                  <a:pt x="542289" y="2318639"/>
                </a:lnTo>
                <a:lnTo>
                  <a:pt x="486028" y="2042414"/>
                </a:lnTo>
                <a:lnTo>
                  <a:pt x="428498" y="1767459"/>
                </a:lnTo>
                <a:lnTo>
                  <a:pt x="370205" y="1496441"/>
                </a:lnTo>
                <a:lnTo>
                  <a:pt x="323469" y="1284224"/>
                </a:lnTo>
                <a:lnTo>
                  <a:pt x="276606" y="1077595"/>
                </a:lnTo>
                <a:lnTo>
                  <a:pt x="230124" y="878078"/>
                </a:lnTo>
                <a:lnTo>
                  <a:pt x="195580" y="733806"/>
                </a:lnTo>
                <a:lnTo>
                  <a:pt x="161544" y="594868"/>
                </a:lnTo>
                <a:lnTo>
                  <a:pt x="127888" y="461772"/>
                </a:lnTo>
                <a:lnTo>
                  <a:pt x="94869" y="335153"/>
                </a:lnTo>
                <a:lnTo>
                  <a:pt x="62484" y="215646"/>
                </a:lnTo>
                <a:lnTo>
                  <a:pt x="41401" y="140081"/>
                </a:lnTo>
                <a:lnTo>
                  <a:pt x="20574" y="68199"/>
                </a:lnTo>
                <a:lnTo>
                  <a:pt x="381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300839" y="3118357"/>
            <a:ext cx="454025" cy="2321560"/>
          </a:xfrm>
          <a:custGeom>
            <a:avLst/>
            <a:gdLst/>
            <a:ahLst/>
            <a:cxnLst/>
            <a:rect l="l" t="t" r="r" b="b"/>
            <a:pathLst>
              <a:path w="454025" h="2321560">
                <a:moveTo>
                  <a:pt x="0" y="0"/>
                </a:moveTo>
                <a:lnTo>
                  <a:pt x="356996" y="1835531"/>
                </a:lnTo>
                <a:lnTo>
                  <a:pt x="454025" y="2321560"/>
                </a:lnTo>
                <a:lnTo>
                  <a:pt x="454025" y="1285367"/>
                </a:lnTo>
                <a:lnTo>
                  <a:pt x="391921" y="1002157"/>
                </a:lnTo>
                <a:lnTo>
                  <a:pt x="324992" y="688848"/>
                </a:lnTo>
                <a:lnTo>
                  <a:pt x="225678" y="209803"/>
                </a:lnTo>
                <a:lnTo>
                  <a:pt x="197738" y="72009"/>
                </a:lnTo>
                <a:lnTo>
                  <a:pt x="151891" y="46990"/>
                </a:lnTo>
                <a:lnTo>
                  <a:pt x="103504" y="26416"/>
                </a:lnTo>
                <a:lnTo>
                  <a:pt x="52704" y="10668"/>
                </a:lnTo>
                <a:lnTo>
                  <a:pt x="0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377676" y="5966967"/>
            <a:ext cx="116839" cy="317500"/>
          </a:xfrm>
          <a:custGeom>
            <a:avLst/>
            <a:gdLst/>
            <a:ahLst/>
            <a:cxnLst/>
            <a:rect l="l" t="t" r="r" b="b"/>
            <a:pathLst>
              <a:path w="116840" h="317500">
                <a:moveTo>
                  <a:pt x="30099" y="0"/>
                </a:moveTo>
                <a:lnTo>
                  <a:pt x="16128" y="2794"/>
                </a:lnTo>
                <a:lnTo>
                  <a:pt x="6730" y="17780"/>
                </a:lnTo>
                <a:lnTo>
                  <a:pt x="1397" y="44196"/>
                </a:lnTo>
                <a:lnTo>
                  <a:pt x="0" y="81153"/>
                </a:lnTo>
                <a:lnTo>
                  <a:pt x="2031" y="127762"/>
                </a:lnTo>
                <a:lnTo>
                  <a:pt x="7366" y="183261"/>
                </a:lnTo>
                <a:lnTo>
                  <a:pt x="15621" y="246507"/>
                </a:lnTo>
                <a:lnTo>
                  <a:pt x="26416" y="316992"/>
                </a:lnTo>
                <a:lnTo>
                  <a:pt x="116331" y="316992"/>
                </a:lnTo>
                <a:lnTo>
                  <a:pt x="109474" y="277749"/>
                </a:lnTo>
                <a:lnTo>
                  <a:pt x="101092" y="234569"/>
                </a:lnTo>
                <a:lnTo>
                  <a:pt x="91185" y="186944"/>
                </a:lnTo>
                <a:lnTo>
                  <a:pt x="79248" y="134112"/>
                </a:lnTo>
                <a:lnTo>
                  <a:pt x="65277" y="75437"/>
                </a:lnTo>
                <a:lnTo>
                  <a:pt x="48895" y="10287"/>
                </a:lnTo>
                <a:lnTo>
                  <a:pt x="30099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31739" y="5715889"/>
            <a:ext cx="57785" cy="274320"/>
          </a:xfrm>
          <a:custGeom>
            <a:avLst/>
            <a:gdLst/>
            <a:ahLst/>
            <a:cxnLst/>
            <a:rect l="l" t="t" r="r" b="b"/>
            <a:pathLst>
              <a:path w="57785" h="274320">
                <a:moveTo>
                  <a:pt x="0" y="0"/>
                </a:moveTo>
                <a:lnTo>
                  <a:pt x="0" y="33274"/>
                </a:lnTo>
                <a:lnTo>
                  <a:pt x="2412" y="84582"/>
                </a:lnTo>
                <a:lnTo>
                  <a:pt x="9651" y="134620"/>
                </a:lnTo>
                <a:lnTo>
                  <a:pt x="21336" y="183007"/>
                </a:lnTo>
                <a:lnTo>
                  <a:pt x="37211" y="229488"/>
                </a:lnTo>
                <a:lnTo>
                  <a:pt x="57276" y="273938"/>
                </a:lnTo>
                <a:lnTo>
                  <a:pt x="0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50178" y="3112897"/>
            <a:ext cx="892175" cy="3171190"/>
          </a:xfrm>
          <a:custGeom>
            <a:avLst/>
            <a:gdLst/>
            <a:ahLst/>
            <a:cxnLst/>
            <a:rect l="l" t="t" r="r" b="b"/>
            <a:pathLst>
              <a:path w="892175" h="3171190">
                <a:moveTo>
                  <a:pt x="293750" y="0"/>
                </a:moveTo>
                <a:lnTo>
                  <a:pt x="239649" y="4952"/>
                </a:lnTo>
                <a:lnTo>
                  <a:pt x="187198" y="15112"/>
                </a:lnTo>
                <a:lnTo>
                  <a:pt x="136779" y="30352"/>
                </a:lnTo>
                <a:lnTo>
                  <a:pt x="88646" y="50164"/>
                </a:lnTo>
                <a:lnTo>
                  <a:pt x="42925" y="74422"/>
                </a:lnTo>
                <a:lnTo>
                  <a:pt x="0" y="102997"/>
                </a:lnTo>
                <a:lnTo>
                  <a:pt x="167005" y="900302"/>
                </a:lnTo>
                <a:lnTo>
                  <a:pt x="307594" y="1590420"/>
                </a:lnTo>
                <a:lnTo>
                  <a:pt x="424307" y="2180590"/>
                </a:lnTo>
                <a:lnTo>
                  <a:pt x="538099" y="2773172"/>
                </a:lnTo>
                <a:lnTo>
                  <a:pt x="612521" y="3171063"/>
                </a:lnTo>
                <a:lnTo>
                  <a:pt x="891667" y="3171063"/>
                </a:lnTo>
                <a:lnTo>
                  <a:pt x="773176" y="2578735"/>
                </a:lnTo>
                <a:lnTo>
                  <a:pt x="697230" y="2188591"/>
                </a:lnTo>
                <a:lnTo>
                  <a:pt x="688213" y="2140330"/>
                </a:lnTo>
                <a:lnTo>
                  <a:pt x="679450" y="2091943"/>
                </a:lnTo>
                <a:lnTo>
                  <a:pt x="671068" y="2043302"/>
                </a:lnTo>
                <a:lnTo>
                  <a:pt x="655193" y="1945513"/>
                </a:lnTo>
                <a:lnTo>
                  <a:pt x="632333" y="1797303"/>
                </a:lnTo>
                <a:lnTo>
                  <a:pt x="601980" y="1596263"/>
                </a:lnTo>
                <a:lnTo>
                  <a:pt x="586105" y="1494027"/>
                </a:lnTo>
                <a:lnTo>
                  <a:pt x="569213" y="1390523"/>
                </a:lnTo>
                <a:lnTo>
                  <a:pt x="560324" y="1338326"/>
                </a:lnTo>
                <a:lnTo>
                  <a:pt x="550926" y="1285620"/>
                </a:lnTo>
                <a:lnTo>
                  <a:pt x="541147" y="1232662"/>
                </a:lnTo>
                <a:lnTo>
                  <a:pt x="374396" y="397128"/>
                </a:lnTo>
                <a:lnTo>
                  <a:pt x="293750" y="0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99148" y="3112388"/>
            <a:ext cx="1884045" cy="3171825"/>
          </a:xfrm>
          <a:custGeom>
            <a:avLst/>
            <a:gdLst/>
            <a:ahLst/>
            <a:cxnLst/>
            <a:rect l="l" t="t" r="r" b="b"/>
            <a:pathLst>
              <a:path w="1884045" h="3171825">
                <a:moveTo>
                  <a:pt x="951738" y="3171571"/>
                </a:moveTo>
                <a:lnTo>
                  <a:pt x="927354" y="3011932"/>
                </a:lnTo>
                <a:lnTo>
                  <a:pt x="912368" y="2908554"/>
                </a:lnTo>
                <a:lnTo>
                  <a:pt x="898271" y="2807843"/>
                </a:lnTo>
                <a:lnTo>
                  <a:pt x="885063" y="2709799"/>
                </a:lnTo>
                <a:lnTo>
                  <a:pt x="872998" y="2614549"/>
                </a:lnTo>
                <a:lnTo>
                  <a:pt x="861949" y="2522093"/>
                </a:lnTo>
                <a:lnTo>
                  <a:pt x="851916" y="2432685"/>
                </a:lnTo>
                <a:lnTo>
                  <a:pt x="837057" y="2361057"/>
                </a:lnTo>
                <a:lnTo>
                  <a:pt x="822452" y="2292350"/>
                </a:lnTo>
                <a:lnTo>
                  <a:pt x="807974" y="2226564"/>
                </a:lnTo>
                <a:lnTo>
                  <a:pt x="793750" y="2163699"/>
                </a:lnTo>
                <a:lnTo>
                  <a:pt x="779780" y="2103755"/>
                </a:lnTo>
                <a:lnTo>
                  <a:pt x="765937" y="2046605"/>
                </a:lnTo>
                <a:lnTo>
                  <a:pt x="752221" y="1992376"/>
                </a:lnTo>
                <a:lnTo>
                  <a:pt x="738886" y="1941068"/>
                </a:lnTo>
                <a:lnTo>
                  <a:pt x="725551" y="1892681"/>
                </a:lnTo>
                <a:lnTo>
                  <a:pt x="712597" y="1847215"/>
                </a:lnTo>
                <a:lnTo>
                  <a:pt x="699770" y="1804670"/>
                </a:lnTo>
                <a:lnTo>
                  <a:pt x="687197" y="1765046"/>
                </a:lnTo>
                <a:lnTo>
                  <a:pt x="674878" y="1728343"/>
                </a:lnTo>
                <a:lnTo>
                  <a:pt x="650621" y="1663827"/>
                </a:lnTo>
                <a:lnTo>
                  <a:pt x="627380" y="1610868"/>
                </a:lnTo>
                <a:lnTo>
                  <a:pt x="613918" y="1514983"/>
                </a:lnTo>
                <a:lnTo>
                  <a:pt x="599694" y="1418209"/>
                </a:lnTo>
                <a:lnTo>
                  <a:pt x="577088" y="1271651"/>
                </a:lnTo>
                <a:lnTo>
                  <a:pt x="553085" y="1123569"/>
                </a:lnTo>
                <a:lnTo>
                  <a:pt x="527685" y="974090"/>
                </a:lnTo>
                <a:lnTo>
                  <a:pt x="501142" y="823087"/>
                </a:lnTo>
                <a:lnTo>
                  <a:pt x="464058" y="619887"/>
                </a:lnTo>
                <a:lnTo>
                  <a:pt x="425196" y="414909"/>
                </a:lnTo>
                <a:lnTo>
                  <a:pt x="374650" y="156210"/>
                </a:lnTo>
                <a:lnTo>
                  <a:pt x="343408" y="0"/>
                </a:lnTo>
                <a:lnTo>
                  <a:pt x="0" y="0"/>
                </a:lnTo>
                <a:lnTo>
                  <a:pt x="140716" y="685419"/>
                </a:lnTo>
                <a:lnTo>
                  <a:pt x="203581" y="999871"/>
                </a:lnTo>
                <a:lnTo>
                  <a:pt x="243840" y="1207516"/>
                </a:lnTo>
                <a:lnTo>
                  <a:pt x="282448" y="1412748"/>
                </a:lnTo>
                <a:lnTo>
                  <a:pt x="310007" y="1564767"/>
                </a:lnTo>
                <a:lnTo>
                  <a:pt x="336296" y="1715008"/>
                </a:lnTo>
                <a:lnTo>
                  <a:pt x="361061" y="1862963"/>
                </a:lnTo>
                <a:lnTo>
                  <a:pt x="376682" y="1960372"/>
                </a:lnTo>
                <a:lnTo>
                  <a:pt x="391541" y="2056511"/>
                </a:lnTo>
                <a:lnTo>
                  <a:pt x="405638" y="2151507"/>
                </a:lnTo>
                <a:lnTo>
                  <a:pt x="418846" y="2245360"/>
                </a:lnTo>
                <a:lnTo>
                  <a:pt x="431165" y="2337689"/>
                </a:lnTo>
                <a:lnTo>
                  <a:pt x="442595" y="2428621"/>
                </a:lnTo>
                <a:lnTo>
                  <a:pt x="453009" y="2518029"/>
                </a:lnTo>
                <a:lnTo>
                  <a:pt x="466852" y="2567940"/>
                </a:lnTo>
                <a:lnTo>
                  <a:pt x="480314" y="2617724"/>
                </a:lnTo>
                <a:lnTo>
                  <a:pt x="506476" y="2717673"/>
                </a:lnTo>
                <a:lnTo>
                  <a:pt x="531622" y="2817876"/>
                </a:lnTo>
                <a:lnTo>
                  <a:pt x="555752" y="2918333"/>
                </a:lnTo>
                <a:lnTo>
                  <a:pt x="578866" y="3019298"/>
                </a:lnTo>
                <a:lnTo>
                  <a:pt x="601218" y="3120644"/>
                </a:lnTo>
                <a:lnTo>
                  <a:pt x="612140" y="3171571"/>
                </a:lnTo>
                <a:lnTo>
                  <a:pt x="951738" y="3171571"/>
                </a:lnTo>
                <a:close/>
              </a:path>
              <a:path w="1884045" h="3171825">
                <a:moveTo>
                  <a:pt x="1395095" y="3171571"/>
                </a:moveTo>
                <a:lnTo>
                  <a:pt x="1362583" y="2971927"/>
                </a:lnTo>
                <a:lnTo>
                  <a:pt x="1337056" y="2819908"/>
                </a:lnTo>
                <a:lnTo>
                  <a:pt x="1310132" y="2665476"/>
                </a:lnTo>
                <a:lnTo>
                  <a:pt x="1281557" y="2507996"/>
                </a:lnTo>
                <a:lnTo>
                  <a:pt x="1261364" y="2401316"/>
                </a:lnTo>
                <a:lnTo>
                  <a:pt x="1241933" y="2300986"/>
                </a:lnTo>
                <a:lnTo>
                  <a:pt x="1222883" y="2207133"/>
                </a:lnTo>
                <a:lnTo>
                  <a:pt x="1192657" y="2063242"/>
                </a:lnTo>
                <a:lnTo>
                  <a:pt x="1138809" y="1816608"/>
                </a:lnTo>
                <a:lnTo>
                  <a:pt x="1037209" y="1359154"/>
                </a:lnTo>
                <a:lnTo>
                  <a:pt x="1003935" y="1205230"/>
                </a:lnTo>
                <a:lnTo>
                  <a:pt x="971550" y="1051560"/>
                </a:lnTo>
                <a:lnTo>
                  <a:pt x="950849" y="949706"/>
                </a:lnTo>
                <a:lnTo>
                  <a:pt x="930910" y="848360"/>
                </a:lnTo>
                <a:lnTo>
                  <a:pt x="906399" y="717931"/>
                </a:lnTo>
                <a:lnTo>
                  <a:pt x="872871" y="530860"/>
                </a:lnTo>
                <a:lnTo>
                  <a:pt x="780161" y="0"/>
                </a:lnTo>
                <a:lnTo>
                  <a:pt x="629793" y="0"/>
                </a:lnTo>
                <a:lnTo>
                  <a:pt x="749935" y="596265"/>
                </a:lnTo>
                <a:lnTo>
                  <a:pt x="822325" y="966089"/>
                </a:lnTo>
                <a:lnTo>
                  <a:pt x="871474" y="1224534"/>
                </a:lnTo>
                <a:lnTo>
                  <a:pt x="918210" y="1477645"/>
                </a:lnTo>
                <a:lnTo>
                  <a:pt x="953389" y="1675892"/>
                </a:lnTo>
                <a:lnTo>
                  <a:pt x="986663" y="1869948"/>
                </a:lnTo>
                <a:lnTo>
                  <a:pt x="1010158" y="2012569"/>
                </a:lnTo>
                <a:lnTo>
                  <a:pt x="1032256" y="2152523"/>
                </a:lnTo>
                <a:lnTo>
                  <a:pt x="1052957" y="2289810"/>
                </a:lnTo>
                <a:lnTo>
                  <a:pt x="1072134" y="2424049"/>
                </a:lnTo>
                <a:lnTo>
                  <a:pt x="1089787" y="2555367"/>
                </a:lnTo>
                <a:lnTo>
                  <a:pt x="1100709" y="2641219"/>
                </a:lnTo>
                <a:lnTo>
                  <a:pt x="1110869" y="2725547"/>
                </a:lnTo>
                <a:lnTo>
                  <a:pt x="1202436" y="3171571"/>
                </a:lnTo>
                <a:lnTo>
                  <a:pt x="1395095" y="3171571"/>
                </a:lnTo>
                <a:close/>
              </a:path>
              <a:path w="1884045" h="3171825">
                <a:moveTo>
                  <a:pt x="1883918" y="3171571"/>
                </a:moveTo>
                <a:lnTo>
                  <a:pt x="1817116" y="2762250"/>
                </a:lnTo>
                <a:lnTo>
                  <a:pt x="1791589" y="2610993"/>
                </a:lnTo>
                <a:lnTo>
                  <a:pt x="1774190" y="2511552"/>
                </a:lnTo>
                <a:lnTo>
                  <a:pt x="1756156" y="2413889"/>
                </a:lnTo>
                <a:lnTo>
                  <a:pt x="1703324" y="2140839"/>
                </a:lnTo>
                <a:lnTo>
                  <a:pt x="1626997" y="1760855"/>
                </a:lnTo>
                <a:lnTo>
                  <a:pt x="1258951" y="0"/>
                </a:lnTo>
                <a:lnTo>
                  <a:pt x="1039495" y="0"/>
                </a:lnTo>
                <a:lnTo>
                  <a:pt x="1306449" y="1436243"/>
                </a:lnTo>
                <a:lnTo>
                  <a:pt x="1353185" y="1681607"/>
                </a:lnTo>
                <a:lnTo>
                  <a:pt x="1403223" y="1935988"/>
                </a:lnTo>
                <a:lnTo>
                  <a:pt x="1656715" y="3171571"/>
                </a:lnTo>
                <a:lnTo>
                  <a:pt x="1883918" y="3171571"/>
                </a:lnTo>
                <a:close/>
              </a:path>
            </a:pathLst>
          </a:custGeom>
          <a:solidFill>
            <a:srgbClr val="0E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498578" y="3190239"/>
            <a:ext cx="256540" cy="1213485"/>
          </a:xfrm>
          <a:custGeom>
            <a:avLst/>
            <a:gdLst/>
            <a:ahLst/>
            <a:cxnLst/>
            <a:rect l="l" t="t" r="r" b="b"/>
            <a:pathLst>
              <a:path w="256540" h="1213485">
                <a:moveTo>
                  <a:pt x="0" y="0"/>
                </a:moveTo>
                <a:lnTo>
                  <a:pt x="96139" y="468756"/>
                </a:lnTo>
                <a:lnTo>
                  <a:pt x="159766" y="770381"/>
                </a:lnTo>
                <a:lnTo>
                  <a:pt x="218313" y="1040764"/>
                </a:lnTo>
                <a:lnTo>
                  <a:pt x="256286" y="1213484"/>
                </a:lnTo>
                <a:lnTo>
                  <a:pt x="256286" y="456945"/>
                </a:lnTo>
                <a:lnTo>
                  <a:pt x="253746" y="404749"/>
                </a:lnTo>
                <a:lnTo>
                  <a:pt x="246379" y="354075"/>
                </a:lnTo>
                <a:lnTo>
                  <a:pt x="234442" y="305053"/>
                </a:lnTo>
                <a:lnTo>
                  <a:pt x="218058" y="257809"/>
                </a:lnTo>
                <a:lnTo>
                  <a:pt x="197485" y="212851"/>
                </a:lnTo>
                <a:lnTo>
                  <a:pt x="173100" y="170052"/>
                </a:lnTo>
                <a:lnTo>
                  <a:pt x="144906" y="130048"/>
                </a:lnTo>
                <a:lnTo>
                  <a:pt x="113283" y="92709"/>
                </a:lnTo>
                <a:lnTo>
                  <a:pt x="78486" y="58419"/>
                </a:lnTo>
                <a:lnTo>
                  <a:pt x="40640" y="275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31993" y="3112388"/>
            <a:ext cx="1979295" cy="3171825"/>
          </a:xfrm>
          <a:custGeom>
            <a:avLst/>
            <a:gdLst/>
            <a:ahLst/>
            <a:cxnLst/>
            <a:rect l="l" t="t" r="r" b="b"/>
            <a:pathLst>
              <a:path w="1979295" h="3171825">
                <a:moveTo>
                  <a:pt x="830707" y="3171571"/>
                </a:moveTo>
                <a:lnTo>
                  <a:pt x="728091" y="2625090"/>
                </a:lnTo>
                <a:lnTo>
                  <a:pt x="613537" y="2033524"/>
                </a:lnTo>
                <a:lnTo>
                  <a:pt x="486029" y="1394079"/>
                </a:lnTo>
                <a:lnTo>
                  <a:pt x="333756" y="652907"/>
                </a:lnTo>
                <a:lnTo>
                  <a:pt x="218186" y="103505"/>
                </a:lnTo>
                <a:lnTo>
                  <a:pt x="180721" y="133731"/>
                </a:lnTo>
                <a:lnTo>
                  <a:pt x="146050" y="167132"/>
                </a:lnTo>
                <a:lnTo>
                  <a:pt x="114554" y="203581"/>
                </a:lnTo>
                <a:lnTo>
                  <a:pt x="86487" y="242824"/>
                </a:lnTo>
                <a:lnTo>
                  <a:pt x="61849" y="284607"/>
                </a:lnTo>
                <a:lnTo>
                  <a:pt x="41021" y="328549"/>
                </a:lnTo>
                <a:lnTo>
                  <a:pt x="24257" y="374777"/>
                </a:lnTo>
                <a:lnTo>
                  <a:pt x="11684" y="422783"/>
                </a:lnTo>
                <a:lnTo>
                  <a:pt x="3556" y="472440"/>
                </a:lnTo>
                <a:lnTo>
                  <a:pt x="0" y="523621"/>
                </a:lnTo>
                <a:lnTo>
                  <a:pt x="20320" y="591820"/>
                </a:lnTo>
                <a:lnTo>
                  <a:pt x="41148" y="663714"/>
                </a:lnTo>
                <a:lnTo>
                  <a:pt x="62230" y="739267"/>
                </a:lnTo>
                <a:lnTo>
                  <a:pt x="94615" y="858774"/>
                </a:lnTo>
                <a:lnTo>
                  <a:pt x="127635" y="985393"/>
                </a:lnTo>
                <a:lnTo>
                  <a:pt x="161290" y="1118489"/>
                </a:lnTo>
                <a:lnTo>
                  <a:pt x="195326" y="1257427"/>
                </a:lnTo>
                <a:lnTo>
                  <a:pt x="241427" y="1450848"/>
                </a:lnTo>
                <a:lnTo>
                  <a:pt x="288036" y="1652270"/>
                </a:lnTo>
                <a:lnTo>
                  <a:pt x="334899" y="1860423"/>
                </a:lnTo>
                <a:lnTo>
                  <a:pt x="393319" y="2127758"/>
                </a:lnTo>
                <a:lnTo>
                  <a:pt x="451358" y="2400681"/>
                </a:lnTo>
                <a:lnTo>
                  <a:pt x="508381" y="2676525"/>
                </a:lnTo>
                <a:lnTo>
                  <a:pt x="574929" y="3007487"/>
                </a:lnTo>
                <a:lnTo>
                  <a:pt x="607187" y="3171571"/>
                </a:lnTo>
                <a:lnTo>
                  <a:pt x="830707" y="3171571"/>
                </a:lnTo>
                <a:close/>
              </a:path>
              <a:path w="1979295" h="3171825">
                <a:moveTo>
                  <a:pt x="1979295" y="3171571"/>
                </a:moveTo>
                <a:lnTo>
                  <a:pt x="1957324" y="3069971"/>
                </a:lnTo>
                <a:lnTo>
                  <a:pt x="1934591" y="2968752"/>
                </a:lnTo>
                <a:lnTo>
                  <a:pt x="1910969" y="2868041"/>
                </a:lnTo>
                <a:lnTo>
                  <a:pt x="1886331" y="2767711"/>
                </a:lnTo>
                <a:lnTo>
                  <a:pt x="1873758" y="2717673"/>
                </a:lnTo>
                <a:lnTo>
                  <a:pt x="1860804" y="2667635"/>
                </a:lnTo>
                <a:lnTo>
                  <a:pt x="1834007" y="2567940"/>
                </a:lnTo>
                <a:lnTo>
                  <a:pt x="1820164" y="2518029"/>
                </a:lnTo>
                <a:lnTo>
                  <a:pt x="1809750" y="2428621"/>
                </a:lnTo>
                <a:lnTo>
                  <a:pt x="1798320" y="2337689"/>
                </a:lnTo>
                <a:lnTo>
                  <a:pt x="1786001" y="2245233"/>
                </a:lnTo>
                <a:lnTo>
                  <a:pt x="1772793" y="2151507"/>
                </a:lnTo>
                <a:lnTo>
                  <a:pt x="1758696" y="2056511"/>
                </a:lnTo>
                <a:lnTo>
                  <a:pt x="1743837" y="1960372"/>
                </a:lnTo>
                <a:lnTo>
                  <a:pt x="1720088" y="1813814"/>
                </a:lnTo>
                <a:lnTo>
                  <a:pt x="1694815" y="1665097"/>
                </a:lnTo>
                <a:lnTo>
                  <a:pt x="1668018" y="1514348"/>
                </a:lnTo>
                <a:lnTo>
                  <a:pt x="1640078" y="1361694"/>
                </a:lnTo>
                <a:lnTo>
                  <a:pt x="1601089" y="1155827"/>
                </a:lnTo>
                <a:lnTo>
                  <a:pt x="1550035" y="895350"/>
                </a:lnTo>
                <a:lnTo>
                  <a:pt x="1443228" y="368935"/>
                </a:lnTo>
                <a:lnTo>
                  <a:pt x="1367155" y="0"/>
                </a:lnTo>
                <a:lnTo>
                  <a:pt x="526542" y="0"/>
                </a:lnTo>
                <a:lnTo>
                  <a:pt x="511810" y="508"/>
                </a:lnTo>
                <a:lnTo>
                  <a:pt x="701040" y="937514"/>
                </a:lnTo>
                <a:lnTo>
                  <a:pt x="749046" y="1179830"/>
                </a:lnTo>
                <a:lnTo>
                  <a:pt x="759333" y="1233170"/>
                </a:lnTo>
                <a:lnTo>
                  <a:pt x="769112" y="1286256"/>
                </a:lnTo>
                <a:lnTo>
                  <a:pt x="787400" y="1391031"/>
                </a:lnTo>
                <a:lnTo>
                  <a:pt x="804291" y="1494536"/>
                </a:lnTo>
                <a:lnTo>
                  <a:pt x="827913" y="1647444"/>
                </a:lnTo>
                <a:lnTo>
                  <a:pt x="865632" y="1896872"/>
                </a:lnTo>
                <a:lnTo>
                  <a:pt x="881253" y="1995043"/>
                </a:lnTo>
                <a:lnTo>
                  <a:pt x="889254" y="2043811"/>
                </a:lnTo>
                <a:lnTo>
                  <a:pt x="897636" y="2092452"/>
                </a:lnTo>
                <a:lnTo>
                  <a:pt x="906399" y="2140839"/>
                </a:lnTo>
                <a:lnTo>
                  <a:pt x="915416" y="2189099"/>
                </a:lnTo>
                <a:lnTo>
                  <a:pt x="1001001" y="2628265"/>
                </a:lnTo>
                <a:lnTo>
                  <a:pt x="1109853" y="3171571"/>
                </a:lnTo>
                <a:lnTo>
                  <a:pt x="1496822" y="3171571"/>
                </a:lnTo>
                <a:lnTo>
                  <a:pt x="1481836" y="3096895"/>
                </a:lnTo>
                <a:lnTo>
                  <a:pt x="1467866" y="3024886"/>
                </a:lnTo>
                <a:lnTo>
                  <a:pt x="1455166" y="2956179"/>
                </a:lnTo>
                <a:lnTo>
                  <a:pt x="1443990" y="2891536"/>
                </a:lnTo>
                <a:lnTo>
                  <a:pt x="1434465" y="2831465"/>
                </a:lnTo>
                <a:lnTo>
                  <a:pt x="1426718" y="2776855"/>
                </a:lnTo>
                <a:lnTo>
                  <a:pt x="1421130" y="2728087"/>
                </a:lnTo>
                <a:lnTo>
                  <a:pt x="1417955" y="2685923"/>
                </a:lnTo>
                <a:lnTo>
                  <a:pt x="1417320" y="2651252"/>
                </a:lnTo>
                <a:lnTo>
                  <a:pt x="1419352" y="2624328"/>
                </a:lnTo>
                <a:lnTo>
                  <a:pt x="1424559" y="2606167"/>
                </a:lnTo>
                <a:lnTo>
                  <a:pt x="1432814" y="2597277"/>
                </a:lnTo>
                <a:lnTo>
                  <a:pt x="1444625" y="2598420"/>
                </a:lnTo>
                <a:lnTo>
                  <a:pt x="1499489" y="2854960"/>
                </a:lnTo>
                <a:lnTo>
                  <a:pt x="1565148" y="3171571"/>
                </a:lnTo>
                <a:lnTo>
                  <a:pt x="1979295" y="3171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58098" y="3112389"/>
            <a:ext cx="876935" cy="3171825"/>
          </a:xfrm>
          <a:custGeom>
            <a:avLst/>
            <a:gdLst/>
            <a:ahLst/>
            <a:cxnLst/>
            <a:rect l="l" t="t" r="r" b="b"/>
            <a:pathLst>
              <a:path w="876934" h="3171825">
                <a:moveTo>
                  <a:pt x="239141" y="0"/>
                </a:moveTo>
                <a:lnTo>
                  <a:pt x="0" y="0"/>
                </a:lnTo>
                <a:lnTo>
                  <a:pt x="327786" y="1565401"/>
                </a:lnTo>
                <a:lnTo>
                  <a:pt x="406907" y="1952878"/>
                </a:lnTo>
                <a:lnTo>
                  <a:pt x="462406" y="2233167"/>
                </a:lnTo>
                <a:lnTo>
                  <a:pt x="497204" y="2413888"/>
                </a:lnTo>
                <a:lnTo>
                  <a:pt x="515239" y="2511551"/>
                </a:lnTo>
                <a:lnTo>
                  <a:pt x="532637" y="2610992"/>
                </a:lnTo>
                <a:lnTo>
                  <a:pt x="558165" y="2762249"/>
                </a:lnTo>
                <a:lnTo>
                  <a:pt x="624967" y="3171570"/>
                </a:lnTo>
                <a:lnTo>
                  <a:pt x="876934" y="3171570"/>
                </a:lnTo>
                <a:lnTo>
                  <a:pt x="646429" y="2009139"/>
                </a:lnTo>
                <a:lnTo>
                  <a:pt x="483616" y="1210436"/>
                </a:lnTo>
                <a:lnTo>
                  <a:pt x="384048" y="731519"/>
                </a:lnTo>
                <a:lnTo>
                  <a:pt x="324866" y="437133"/>
                </a:lnTo>
                <a:lnTo>
                  <a:pt x="239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31739" y="3663060"/>
            <a:ext cx="489584" cy="2619375"/>
          </a:xfrm>
          <a:custGeom>
            <a:avLst/>
            <a:gdLst/>
            <a:ahLst/>
            <a:cxnLst/>
            <a:rect l="l" t="t" r="r" b="b"/>
            <a:pathLst>
              <a:path w="489585" h="2619375">
                <a:moveTo>
                  <a:pt x="0" y="0"/>
                </a:moveTo>
                <a:lnTo>
                  <a:pt x="0" y="2052828"/>
                </a:lnTo>
                <a:lnTo>
                  <a:pt x="57276" y="2326767"/>
                </a:lnTo>
                <a:lnTo>
                  <a:pt x="81407" y="2369693"/>
                </a:lnTo>
                <a:lnTo>
                  <a:pt x="109347" y="2410079"/>
                </a:lnTo>
                <a:lnTo>
                  <a:pt x="140715" y="2447671"/>
                </a:lnTo>
                <a:lnTo>
                  <a:pt x="175387" y="2482088"/>
                </a:lnTo>
                <a:lnTo>
                  <a:pt x="213106" y="2513330"/>
                </a:lnTo>
                <a:lnTo>
                  <a:pt x="253619" y="2541143"/>
                </a:lnTo>
                <a:lnTo>
                  <a:pt x="296545" y="2565019"/>
                </a:lnTo>
                <a:lnTo>
                  <a:pt x="341884" y="2585085"/>
                </a:lnTo>
                <a:lnTo>
                  <a:pt x="389382" y="2600833"/>
                </a:lnTo>
                <a:lnTo>
                  <a:pt x="438658" y="2612263"/>
                </a:lnTo>
                <a:lnTo>
                  <a:pt x="489585" y="2618867"/>
                </a:lnTo>
                <a:lnTo>
                  <a:pt x="131190" y="682879"/>
                </a:lnTo>
                <a:lnTo>
                  <a:pt x="37846" y="1935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4536" y="3112389"/>
            <a:ext cx="929640" cy="3171825"/>
          </a:xfrm>
          <a:custGeom>
            <a:avLst/>
            <a:gdLst/>
            <a:ahLst/>
            <a:cxnLst/>
            <a:rect l="l" t="t" r="r" b="b"/>
            <a:pathLst>
              <a:path w="929640" h="3171825">
                <a:moveTo>
                  <a:pt x="322326" y="0"/>
                </a:moveTo>
                <a:lnTo>
                  <a:pt x="0" y="0"/>
                </a:lnTo>
                <a:lnTo>
                  <a:pt x="14859" y="97281"/>
                </a:lnTo>
                <a:lnTo>
                  <a:pt x="31623" y="198754"/>
                </a:lnTo>
                <a:lnTo>
                  <a:pt x="49784" y="303529"/>
                </a:lnTo>
                <a:lnTo>
                  <a:pt x="69088" y="410209"/>
                </a:lnTo>
                <a:lnTo>
                  <a:pt x="99314" y="571626"/>
                </a:lnTo>
                <a:lnTo>
                  <a:pt x="379730" y="2005329"/>
                </a:lnTo>
                <a:lnTo>
                  <a:pt x="485902" y="2534030"/>
                </a:lnTo>
                <a:lnTo>
                  <a:pt x="558546" y="2885693"/>
                </a:lnTo>
                <a:lnTo>
                  <a:pt x="607695" y="3116960"/>
                </a:lnTo>
                <a:lnTo>
                  <a:pt x="619633" y="3171570"/>
                </a:lnTo>
                <a:lnTo>
                  <a:pt x="929640" y="3171570"/>
                </a:lnTo>
                <a:lnTo>
                  <a:pt x="813308" y="2586100"/>
                </a:lnTo>
                <a:lnTo>
                  <a:pt x="596392" y="1455419"/>
                </a:lnTo>
                <a:lnTo>
                  <a:pt x="322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79308" y="3112389"/>
            <a:ext cx="876935" cy="3171825"/>
          </a:xfrm>
          <a:custGeom>
            <a:avLst/>
            <a:gdLst/>
            <a:ahLst/>
            <a:cxnLst/>
            <a:rect l="l" t="t" r="r" b="b"/>
            <a:pathLst>
              <a:path w="876934" h="3171825">
                <a:moveTo>
                  <a:pt x="259461" y="0"/>
                </a:moveTo>
                <a:lnTo>
                  <a:pt x="0" y="0"/>
                </a:lnTo>
                <a:lnTo>
                  <a:pt x="101219" y="578992"/>
                </a:lnTo>
                <a:lnTo>
                  <a:pt x="126238" y="717930"/>
                </a:lnTo>
                <a:lnTo>
                  <a:pt x="150749" y="848359"/>
                </a:lnTo>
                <a:lnTo>
                  <a:pt x="170688" y="949705"/>
                </a:lnTo>
                <a:lnTo>
                  <a:pt x="191389" y="1051559"/>
                </a:lnTo>
                <a:lnTo>
                  <a:pt x="223774" y="1205229"/>
                </a:lnTo>
                <a:lnTo>
                  <a:pt x="268350" y="1410461"/>
                </a:lnTo>
                <a:lnTo>
                  <a:pt x="380619" y="1916175"/>
                </a:lnTo>
                <a:lnTo>
                  <a:pt x="412496" y="2063241"/>
                </a:lnTo>
                <a:lnTo>
                  <a:pt x="442722" y="2207132"/>
                </a:lnTo>
                <a:lnTo>
                  <a:pt x="461772" y="2300985"/>
                </a:lnTo>
                <a:lnTo>
                  <a:pt x="470789" y="2347213"/>
                </a:lnTo>
                <a:lnTo>
                  <a:pt x="491363" y="2454909"/>
                </a:lnTo>
                <a:lnTo>
                  <a:pt x="511048" y="2560827"/>
                </a:lnTo>
                <a:lnTo>
                  <a:pt x="539115" y="2717164"/>
                </a:lnTo>
                <a:lnTo>
                  <a:pt x="565531" y="2870834"/>
                </a:lnTo>
                <a:lnTo>
                  <a:pt x="598932" y="3072129"/>
                </a:lnTo>
                <a:lnTo>
                  <a:pt x="614934" y="3171570"/>
                </a:lnTo>
                <a:lnTo>
                  <a:pt x="876554" y="3171570"/>
                </a:lnTo>
                <a:lnTo>
                  <a:pt x="653542" y="2086990"/>
                </a:lnTo>
                <a:lnTo>
                  <a:pt x="602996" y="1834641"/>
                </a:lnTo>
                <a:lnTo>
                  <a:pt x="553974" y="1581784"/>
                </a:lnTo>
                <a:lnTo>
                  <a:pt x="259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311640" y="3112388"/>
            <a:ext cx="3443604" cy="4038600"/>
          </a:xfrm>
          <a:custGeom>
            <a:avLst/>
            <a:gdLst/>
            <a:ahLst/>
            <a:cxnLst/>
            <a:rect l="l" t="t" r="r" b="b"/>
            <a:pathLst>
              <a:path w="3443604" h="4038600">
                <a:moveTo>
                  <a:pt x="1183513" y="4038473"/>
                </a:moveTo>
                <a:lnTo>
                  <a:pt x="609092" y="790829"/>
                </a:lnTo>
                <a:lnTo>
                  <a:pt x="491617" y="147574"/>
                </a:lnTo>
                <a:lnTo>
                  <a:pt x="464058" y="0"/>
                </a:lnTo>
                <a:lnTo>
                  <a:pt x="0" y="0"/>
                </a:lnTo>
                <a:lnTo>
                  <a:pt x="151003" y="740029"/>
                </a:lnTo>
                <a:lnTo>
                  <a:pt x="189865" y="936498"/>
                </a:lnTo>
                <a:lnTo>
                  <a:pt x="216789" y="1076706"/>
                </a:lnTo>
                <a:lnTo>
                  <a:pt x="241681" y="1212088"/>
                </a:lnTo>
                <a:lnTo>
                  <a:pt x="257175" y="1300099"/>
                </a:lnTo>
                <a:lnTo>
                  <a:pt x="271780" y="1386586"/>
                </a:lnTo>
                <a:lnTo>
                  <a:pt x="285623" y="1472057"/>
                </a:lnTo>
                <a:lnTo>
                  <a:pt x="298577" y="1556639"/>
                </a:lnTo>
                <a:lnTo>
                  <a:pt x="310642" y="1640713"/>
                </a:lnTo>
                <a:lnTo>
                  <a:pt x="316357" y="1682750"/>
                </a:lnTo>
                <a:lnTo>
                  <a:pt x="329946" y="1756537"/>
                </a:lnTo>
                <a:lnTo>
                  <a:pt x="343027" y="1824609"/>
                </a:lnTo>
                <a:lnTo>
                  <a:pt x="355854" y="1887474"/>
                </a:lnTo>
                <a:lnTo>
                  <a:pt x="368300" y="1945513"/>
                </a:lnTo>
                <a:lnTo>
                  <a:pt x="380492" y="1999361"/>
                </a:lnTo>
                <a:lnTo>
                  <a:pt x="392303" y="2049653"/>
                </a:lnTo>
                <a:lnTo>
                  <a:pt x="403987" y="2096770"/>
                </a:lnTo>
                <a:lnTo>
                  <a:pt x="415417" y="2141347"/>
                </a:lnTo>
                <a:lnTo>
                  <a:pt x="426847" y="2184019"/>
                </a:lnTo>
                <a:lnTo>
                  <a:pt x="482727" y="2385949"/>
                </a:lnTo>
                <a:lnTo>
                  <a:pt x="494030" y="2427986"/>
                </a:lnTo>
                <a:lnTo>
                  <a:pt x="505460" y="2471801"/>
                </a:lnTo>
                <a:lnTo>
                  <a:pt x="517017" y="2518029"/>
                </a:lnTo>
                <a:lnTo>
                  <a:pt x="528828" y="2567051"/>
                </a:lnTo>
                <a:lnTo>
                  <a:pt x="540766" y="2619629"/>
                </a:lnTo>
                <a:lnTo>
                  <a:pt x="553085" y="2676144"/>
                </a:lnTo>
                <a:lnTo>
                  <a:pt x="644271" y="3197987"/>
                </a:lnTo>
                <a:lnTo>
                  <a:pt x="688086" y="3219450"/>
                </a:lnTo>
                <a:lnTo>
                  <a:pt x="728599" y="3246628"/>
                </a:lnTo>
                <a:lnTo>
                  <a:pt x="764921" y="3279521"/>
                </a:lnTo>
                <a:lnTo>
                  <a:pt x="796544" y="3317875"/>
                </a:lnTo>
                <a:lnTo>
                  <a:pt x="836676" y="3378327"/>
                </a:lnTo>
                <a:lnTo>
                  <a:pt x="858393" y="3413633"/>
                </a:lnTo>
                <a:lnTo>
                  <a:pt x="880999" y="3451860"/>
                </a:lnTo>
                <a:lnTo>
                  <a:pt x="904494" y="3492881"/>
                </a:lnTo>
                <a:lnTo>
                  <a:pt x="928624" y="3536188"/>
                </a:lnTo>
                <a:lnTo>
                  <a:pt x="953389" y="3581781"/>
                </a:lnTo>
                <a:lnTo>
                  <a:pt x="978535" y="3629025"/>
                </a:lnTo>
                <a:lnTo>
                  <a:pt x="1004189" y="3677920"/>
                </a:lnTo>
                <a:lnTo>
                  <a:pt x="1029970" y="3727958"/>
                </a:lnTo>
                <a:lnTo>
                  <a:pt x="1055878" y="3779012"/>
                </a:lnTo>
                <a:lnTo>
                  <a:pt x="1107694" y="3882898"/>
                </a:lnTo>
                <a:lnTo>
                  <a:pt x="1158621" y="3986911"/>
                </a:lnTo>
                <a:lnTo>
                  <a:pt x="1183513" y="4038473"/>
                </a:lnTo>
                <a:close/>
              </a:path>
              <a:path w="3443604" h="4038600">
                <a:moveTo>
                  <a:pt x="1500886" y="3187700"/>
                </a:moveTo>
                <a:lnTo>
                  <a:pt x="1482471" y="3082290"/>
                </a:lnTo>
                <a:lnTo>
                  <a:pt x="1465453" y="2979928"/>
                </a:lnTo>
                <a:lnTo>
                  <a:pt x="1401953" y="2583053"/>
                </a:lnTo>
                <a:lnTo>
                  <a:pt x="1385316" y="2482469"/>
                </a:lnTo>
                <a:lnTo>
                  <a:pt x="1367536" y="2379599"/>
                </a:lnTo>
                <a:lnTo>
                  <a:pt x="1348359" y="2273300"/>
                </a:lnTo>
                <a:lnTo>
                  <a:pt x="1337945" y="2218690"/>
                </a:lnTo>
                <a:lnTo>
                  <a:pt x="1317371" y="2113788"/>
                </a:lnTo>
                <a:lnTo>
                  <a:pt x="1287399" y="1966341"/>
                </a:lnTo>
                <a:lnTo>
                  <a:pt x="1246251" y="1769999"/>
                </a:lnTo>
                <a:lnTo>
                  <a:pt x="1160780" y="1376426"/>
                </a:lnTo>
                <a:lnTo>
                  <a:pt x="1029335" y="779018"/>
                </a:lnTo>
                <a:lnTo>
                  <a:pt x="974852" y="525538"/>
                </a:lnTo>
                <a:lnTo>
                  <a:pt x="932053" y="320167"/>
                </a:lnTo>
                <a:lnTo>
                  <a:pt x="900430" y="164465"/>
                </a:lnTo>
                <a:lnTo>
                  <a:pt x="884428" y="82550"/>
                </a:lnTo>
                <a:lnTo>
                  <a:pt x="868807" y="0"/>
                </a:lnTo>
                <a:lnTo>
                  <a:pt x="549275" y="0"/>
                </a:lnTo>
                <a:lnTo>
                  <a:pt x="688975" y="646938"/>
                </a:lnTo>
                <a:lnTo>
                  <a:pt x="772668" y="1045591"/>
                </a:lnTo>
                <a:lnTo>
                  <a:pt x="844042" y="1395349"/>
                </a:lnTo>
                <a:lnTo>
                  <a:pt x="855345" y="1452245"/>
                </a:lnTo>
                <a:lnTo>
                  <a:pt x="865886" y="1507236"/>
                </a:lnTo>
                <a:lnTo>
                  <a:pt x="885444" y="1612900"/>
                </a:lnTo>
                <a:lnTo>
                  <a:pt x="902970" y="1713484"/>
                </a:lnTo>
                <a:lnTo>
                  <a:pt x="919226" y="1810639"/>
                </a:lnTo>
                <a:lnTo>
                  <a:pt x="979932" y="2192528"/>
                </a:lnTo>
                <a:lnTo>
                  <a:pt x="996442" y="2293493"/>
                </a:lnTo>
                <a:lnTo>
                  <a:pt x="1014603" y="2399411"/>
                </a:lnTo>
                <a:lnTo>
                  <a:pt x="1034796" y="2511679"/>
                </a:lnTo>
                <a:lnTo>
                  <a:pt x="1045845" y="2570734"/>
                </a:lnTo>
                <a:lnTo>
                  <a:pt x="1064514" y="2667127"/>
                </a:lnTo>
                <a:lnTo>
                  <a:pt x="1084453" y="2765298"/>
                </a:lnTo>
                <a:lnTo>
                  <a:pt x="1105281" y="2864866"/>
                </a:lnTo>
                <a:lnTo>
                  <a:pt x="1138047" y="3016250"/>
                </a:lnTo>
                <a:lnTo>
                  <a:pt x="1260983" y="3570732"/>
                </a:lnTo>
                <a:lnTo>
                  <a:pt x="1292225" y="3716274"/>
                </a:lnTo>
                <a:lnTo>
                  <a:pt x="1311910" y="3810762"/>
                </a:lnTo>
                <a:lnTo>
                  <a:pt x="1337310" y="3940048"/>
                </a:lnTo>
                <a:lnTo>
                  <a:pt x="1331468" y="3882390"/>
                </a:lnTo>
                <a:lnTo>
                  <a:pt x="1326134" y="3824986"/>
                </a:lnTo>
                <a:lnTo>
                  <a:pt x="1321689" y="3768217"/>
                </a:lnTo>
                <a:lnTo>
                  <a:pt x="1318387" y="3712083"/>
                </a:lnTo>
                <a:lnTo>
                  <a:pt x="1316355" y="3657219"/>
                </a:lnTo>
                <a:lnTo>
                  <a:pt x="1315974" y="3603625"/>
                </a:lnTo>
                <a:lnTo>
                  <a:pt x="1317498" y="3551809"/>
                </a:lnTo>
                <a:lnTo>
                  <a:pt x="1321181" y="3502025"/>
                </a:lnTo>
                <a:lnTo>
                  <a:pt x="1327277" y="3454400"/>
                </a:lnTo>
                <a:lnTo>
                  <a:pt x="1336040" y="3409315"/>
                </a:lnTo>
                <a:lnTo>
                  <a:pt x="1347724" y="3367151"/>
                </a:lnTo>
                <a:lnTo>
                  <a:pt x="1362583" y="3328035"/>
                </a:lnTo>
                <a:lnTo>
                  <a:pt x="1380998" y="3292348"/>
                </a:lnTo>
                <a:lnTo>
                  <a:pt x="1402969" y="3260344"/>
                </a:lnTo>
                <a:lnTo>
                  <a:pt x="1429131" y="3232277"/>
                </a:lnTo>
                <a:lnTo>
                  <a:pt x="1459484" y="3208528"/>
                </a:lnTo>
                <a:lnTo>
                  <a:pt x="1490218" y="3192018"/>
                </a:lnTo>
                <a:lnTo>
                  <a:pt x="1500886" y="3187700"/>
                </a:lnTo>
                <a:close/>
              </a:path>
              <a:path w="3443604" h="4038600">
                <a:moveTo>
                  <a:pt x="3443224" y="2327529"/>
                </a:moveTo>
                <a:lnTo>
                  <a:pt x="3307715" y="1645920"/>
                </a:lnTo>
                <a:lnTo>
                  <a:pt x="2989199" y="5969"/>
                </a:lnTo>
                <a:lnTo>
                  <a:pt x="2969514" y="3429"/>
                </a:lnTo>
                <a:lnTo>
                  <a:pt x="2949575" y="1524"/>
                </a:lnTo>
                <a:lnTo>
                  <a:pt x="2929382" y="381"/>
                </a:lnTo>
                <a:lnTo>
                  <a:pt x="2909062" y="0"/>
                </a:lnTo>
                <a:lnTo>
                  <a:pt x="1222883" y="0"/>
                </a:lnTo>
                <a:lnTo>
                  <a:pt x="1325245" y="454025"/>
                </a:lnTo>
                <a:lnTo>
                  <a:pt x="1394841" y="756285"/>
                </a:lnTo>
                <a:lnTo>
                  <a:pt x="1404239" y="837692"/>
                </a:lnTo>
                <a:lnTo>
                  <a:pt x="1414526" y="921258"/>
                </a:lnTo>
                <a:lnTo>
                  <a:pt x="1425956" y="1007237"/>
                </a:lnTo>
                <a:lnTo>
                  <a:pt x="1438402" y="1095375"/>
                </a:lnTo>
                <a:lnTo>
                  <a:pt x="1451737" y="1185545"/>
                </a:lnTo>
                <a:lnTo>
                  <a:pt x="1465961" y="1277747"/>
                </a:lnTo>
                <a:lnTo>
                  <a:pt x="1488948" y="1419606"/>
                </a:lnTo>
                <a:lnTo>
                  <a:pt x="1513713" y="1565402"/>
                </a:lnTo>
                <a:lnTo>
                  <a:pt x="1540129" y="1714881"/>
                </a:lnTo>
                <a:lnTo>
                  <a:pt x="1577594" y="1919224"/>
                </a:lnTo>
                <a:lnTo>
                  <a:pt x="1617345" y="2128774"/>
                </a:lnTo>
                <a:lnTo>
                  <a:pt x="1680591" y="2451100"/>
                </a:lnTo>
                <a:lnTo>
                  <a:pt x="1826895" y="3171571"/>
                </a:lnTo>
                <a:lnTo>
                  <a:pt x="2092452" y="3171571"/>
                </a:lnTo>
                <a:lnTo>
                  <a:pt x="2081657" y="3101086"/>
                </a:lnTo>
                <a:lnTo>
                  <a:pt x="2073402" y="3037840"/>
                </a:lnTo>
                <a:lnTo>
                  <a:pt x="2068068" y="2982341"/>
                </a:lnTo>
                <a:lnTo>
                  <a:pt x="2066036" y="2935732"/>
                </a:lnTo>
                <a:lnTo>
                  <a:pt x="2067433" y="2898775"/>
                </a:lnTo>
                <a:lnTo>
                  <a:pt x="2072767" y="2872359"/>
                </a:lnTo>
                <a:lnTo>
                  <a:pt x="2082165" y="2857373"/>
                </a:lnTo>
                <a:lnTo>
                  <a:pt x="2096135" y="2854579"/>
                </a:lnTo>
                <a:lnTo>
                  <a:pt x="2114931" y="2864866"/>
                </a:lnTo>
                <a:lnTo>
                  <a:pt x="2131314" y="2930017"/>
                </a:lnTo>
                <a:lnTo>
                  <a:pt x="2145284" y="2988691"/>
                </a:lnTo>
                <a:lnTo>
                  <a:pt x="2157222" y="3041523"/>
                </a:lnTo>
                <a:lnTo>
                  <a:pt x="2167128" y="3089148"/>
                </a:lnTo>
                <a:lnTo>
                  <a:pt x="2175510" y="3132328"/>
                </a:lnTo>
                <a:lnTo>
                  <a:pt x="2182368" y="3171571"/>
                </a:lnTo>
                <a:lnTo>
                  <a:pt x="2909062" y="3171571"/>
                </a:lnTo>
                <a:lnTo>
                  <a:pt x="2957703" y="3169412"/>
                </a:lnTo>
                <a:lnTo>
                  <a:pt x="3005074" y="3162935"/>
                </a:lnTo>
                <a:lnTo>
                  <a:pt x="3051048" y="3152521"/>
                </a:lnTo>
                <a:lnTo>
                  <a:pt x="3095498" y="3138170"/>
                </a:lnTo>
                <a:lnTo>
                  <a:pt x="3138043" y="3120136"/>
                </a:lnTo>
                <a:lnTo>
                  <a:pt x="3178683" y="3098546"/>
                </a:lnTo>
                <a:lnTo>
                  <a:pt x="3217164" y="3073781"/>
                </a:lnTo>
                <a:lnTo>
                  <a:pt x="3253232" y="3045841"/>
                </a:lnTo>
                <a:lnTo>
                  <a:pt x="3286760" y="3014980"/>
                </a:lnTo>
                <a:lnTo>
                  <a:pt x="3317621" y="2981325"/>
                </a:lnTo>
                <a:lnTo>
                  <a:pt x="3345561" y="2945257"/>
                </a:lnTo>
                <a:lnTo>
                  <a:pt x="3370326" y="2906649"/>
                </a:lnTo>
                <a:lnTo>
                  <a:pt x="3391789" y="2866009"/>
                </a:lnTo>
                <a:lnTo>
                  <a:pt x="3409823" y="2823337"/>
                </a:lnTo>
                <a:lnTo>
                  <a:pt x="3424174" y="2779014"/>
                </a:lnTo>
                <a:lnTo>
                  <a:pt x="3434588" y="2732913"/>
                </a:lnTo>
                <a:lnTo>
                  <a:pt x="3441065" y="2685415"/>
                </a:lnTo>
                <a:lnTo>
                  <a:pt x="3443224" y="2636774"/>
                </a:lnTo>
                <a:lnTo>
                  <a:pt x="3443224" y="2327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42556" y="3112389"/>
            <a:ext cx="859155" cy="3171825"/>
          </a:xfrm>
          <a:custGeom>
            <a:avLst/>
            <a:gdLst/>
            <a:ahLst/>
            <a:cxnLst/>
            <a:rect l="l" t="t" r="r" b="b"/>
            <a:pathLst>
              <a:path w="859154" h="3171825">
                <a:moveTo>
                  <a:pt x="286385" y="0"/>
                </a:moveTo>
                <a:lnTo>
                  <a:pt x="0" y="0"/>
                </a:lnTo>
                <a:lnTo>
                  <a:pt x="51689" y="259968"/>
                </a:lnTo>
                <a:lnTo>
                  <a:pt x="91694" y="466343"/>
                </a:lnTo>
                <a:lnTo>
                  <a:pt x="130175" y="670940"/>
                </a:lnTo>
                <a:lnTo>
                  <a:pt x="157861" y="823086"/>
                </a:lnTo>
                <a:lnTo>
                  <a:pt x="184276" y="974089"/>
                </a:lnTo>
                <a:lnTo>
                  <a:pt x="209676" y="1123568"/>
                </a:lnTo>
                <a:lnTo>
                  <a:pt x="233679" y="1271777"/>
                </a:lnTo>
                <a:lnTo>
                  <a:pt x="256286" y="1418208"/>
                </a:lnTo>
                <a:lnTo>
                  <a:pt x="270510" y="1514982"/>
                </a:lnTo>
                <a:lnTo>
                  <a:pt x="283972" y="1610867"/>
                </a:lnTo>
                <a:lnTo>
                  <a:pt x="307213" y="1663826"/>
                </a:lnTo>
                <a:lnTo>
                  <a:pt x="331470" y="1728342"/>
                </a:lnTo>
                <a:lnTo>
                  <a:pt x="343789" y="1765045"/>
                </a:lnTo>
                <a:lnTo>
                  <a:pt x="356362" y="1804669"/>
                </a:lnTo>
                <a:lnTo>
                  <a:pt x="369189" y="1847214"/>
                </a:lnTo>
                <a:lnTo>
                  <a:pt x="382143" y="1892680"/>
                </a:lnTo>
                <a:lnTo>
                  <a:pt x="395477" y="1941067"/>
                </a:lnTo>
                <a:lnTo>
                  <a:pt x="408813" y="1992375"/>
                </a:lnTo>
                <a:lnTo>
                  <a:pt x="422528" y="2046604"/>
                </a:lnTo>
                <a:lnTo>
                  <a:pt x="436372" y="2103754"/>
                </a:lnTo>
                <a:lnTo>
                  <a:pt x="450342" y="2163698"/>
                </a:lnTo>
                <a:lnTo>
                  <a:pt x="464566" y="2226563"/>
                </a:lnTo>
                <a:lnTo>
                  <a:pt x="479044" y="2292349"/>
                </a:lnTo>
                <a:lnTo>
                  <a:pt x="493775" y="2361056"/>
                </a:lnTo>
                <a:lnTo>
                  <a:pt x="508508" y="2432684"/>
                </a:lnTo>
                <a:lnTo>
                  <a:pt x="518541" y="2522092"/>
                </a:lnTo>
                <a:lnTo>
                  <a:pt x="529590" y="2614548"/>
                </a:lnTo>
                <a:lnTo>
                  <a:pt x="541782" y="2709798"/>
                </a:lnTo>
                <a:lnTo>
                  <a:pt x="554863" y="2807842"/>
                </a:lnTo>
                <a:lnTo>
                  <a:pt x="568960" y="2908553"/>
                </a:lnTo>
                <a:lnTo>
                  <a:pt x="591820" y="3064509"/>
                </a:lnTo>
                <a:lnTo>
                  <a:pt x="608329" y="3171570"/>
                </a:lnTo>
                <a:lnTo>
                  <a:pt x="859027" y="3171570"/>
                </a:lnTo>
                <a:lnTo>
                  <a:pt x="767461" y="2725546"/>
                </a:lnTo>
                <a:lnTo>
                  <a:pt x="757301" y="2641218"/>
                </a:lnTo>
                <a:lnTo>
                  <a:pt x="746505" y="2555366"/>
                </a:lnTo>
                <a:lnTo>
                  <a:pt x="728726" y="2424048"/>
                </a:lnTo>
                <a:lnTo>
                  <a:pt x="709549" y="2289809"/>
                </a:lnTo>
                <a:lnTo>
                  <a:pt x="688848" y="2152522"/>
                </a:lnTo>
                <a:lnTo>
                  <a:pt x="666750" y="2012568"/>
                </a:lnTo>
                <a:lnTo>
                  <a:pt x="643254" y="1869947"/>
                </a:lnTo>
                <a:lnTo>
                  <a:pt x="609980" y="1675891"/>
                </a:lnTo>
                <a:lnTo>
                  <a:pt x="574801" y="1477644"/>
                </a:lnTo>
                <a:lnTo>
                  <a:pt x="528193" y="1224533"/>
                </a:lnTo>
                <a:lnTo>
                  <a:pt x="468884" y="913764"/>
                </a:lnTo>
                <a:lnTo>
                  <a:pt x="385191" y="489076"/>
                </a:lnTo>
                <a:lnTo>
                  <a:pt x="286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5690996" y="3338525"/>
            <a:ext cx="6826884" cy="21310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71170">
              <a:lnSpc>
                <a:spcPct val="100200"/>
              </a:lnSpc>
              <a:spcBef>
                <a:spcPts val="85"/>
              </a:spcBef>
            </a:pPr>
            <a:r>
              <a:rPr sz="6900" b="0" spc="70" dirty="0">
                <a:solidFill>
                  <a:srgbClr val="FFFFFF"/>
                </a:solidFill>
                <a:latin typeface="Arial MT"/>
                <a:cs typeface="Arial MT"/>
              </a:rPr>
              <a:t>Understanding </a:t>
            </a:r>
            <a:r>
              <a:rPr sz="6900" b="0" spc="85" dirty="0">
                <a:solidFill>
                  <a:srgbClr val="FFFFFF"/>
                </a:solidFill>
                <a:latin typeface="Arial MT"/>
                <a:cs typeface="Arial MT"/>
              </a:rPr>
              <a:t>GitHub</a:t>
            </a:r>
            <a:r>
              <a:rPr sz="6900" b="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900" b="0" spc="85" dirty="0">
                <a:solidFill>
                  <a:srgbClr val="FFFFFF"/>
                </a:solidFill>
                <a:latin typeface="Arial MT"/>
                <a:cs typeface="Arial MT"/>
              </a:rPr>
              <a:t>Workflow</a:t>
            </a:r>
            <a:endParaRPr sz="69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8700" y="5223001"/>
            <a:ext cx="3743325" cy="4102735"/>
          </a:xfrm>
          <a:custGeom>
            <a:avLst/>
            <a:gdLst/>
            <a:ahLst/>
            <a:cxnLst/>
            <a:rect l="l" t="t" r="r" b="b"/>
            <a:pathLst>
              <a:path w="3743325" h="4102734">
                <a:moveTo>
                  <a:pt x="2608580" y="3644900"/>
                </a:moveTo>
                <a:lnTo>
                  <a:pt x="2518029" y="3568700"/>
                </a:lnTo>
                <a:lnTo>
                  <a:pt x="2361946" y="3441700"/>
                </a:lnTo>
                <a:lnTo>
                  <a:pt x="2310384" y="3399713"/>
                </a:lnTo>
                <a:lnTo>
                  <a:pt x="2310384" y="3644900"/>
                </a:lnTo>
                <a:lnTo>
                  <a:pt x="2058797" y="3835450"/>
                </a:lnTo>
                <a:lnTo>
                  <a:pt x="2058797" y="3543300"/>
                </a:lnTo>
                <a:lnTo>
                  <a:pt x="2058797" y="3441700"/>
                </a:lnTo>
                <a:lnTo>
                  <a:pt x="2310384" y="3644900"/>
                </a:lnTo>
                <a:lnTo>
                  <a:pt x="2310384" y="3399713"/>
                </a:lnTo>
                <a:lnTo>
                  <a:pt x="2050034" y="3187700"/>
                </a:lnTo>
                <a:lnTo>
                  <a:pt x="2023745" y="3175000"/>
                </a:lnTo>
                <a:lnTo>
                  <a:pt x="1871599" y="3175000"/>
                </a:lnTo>
                <a:lnTo>
                  <a:pt x="1871599" y="3543300"/>
                </a:lnTo>
                <a:lnTo>
                  <a:pt x="1119505" y="3543300"/>
                </a:lnTo>
                <a:lnTo>
                  <a:pt x="1072642" y="3530600"/>
                </a:lnTo>
                <a:lnTo>
                  <a:pt x="982726" y="3505200"/>
                </a:lnTo>
                <a:lnTo>
                  <a:pt x="939927" y="3479800"/>
                </a:lnTo>
                <a:lnTo>
                  <a:pt x="898779" y="3467100"/>
                </a:lnTo>
                <a:lnTo>
                  <a:pt x="859409" y="3441700"/>
                </a:lnTo>
                <a:lnTo>
                  <a:pt x="821817" y="3416300"/>
                </a:lnTo>
                <a:lnTo>
                  <a:pt x="786257" y="3390900"/>
                </a:lnTo>
                <a:lnTo>
                  <a:pt x="752856" y="3352800"/>
                </a:lnTo>
                <a:lnTo>
                  <a:pt x="721741" y="3327400"/>
                </a:lnTo>
                <a:lnTo>
                  <a:pt x="693039" y="3289300"/>
                </a:lnTo>
                <a:lnTo>
                  <a:pt x="666750" y="3251200"/>
                </a:lnTo>
                <a:lnTo>
                  <a:pt x="643128" y="3213100"/>
                </a:lnTo>
                <a:lnTo>
                  <a:pt x="622173" y="3162300"/>
                </a:lnTo>
                <a:lnTo>
                  <a:pt x="604139" y="3124200"/>
                </a:lnTo>
                <a:lnTo>
                  <a:pt x="589153" y="3086100"/>
                </a:lnTo>
                <a:lnTo>
                  <a:pt x="577215" y="3035300"/>
                </a:lnTo>
                <a:lnTo>
                  <a:pt x="568579" y="2984500"/>
                </a:lnTo>
                <a:lnTo>
                  <a:pt x="563245" y="2946400"/>
                </a:lnTo>
                <a:lnTo>
                  <a:pt x="561467" y="2895600"/>
                </a:lnTo>
                <a:lnTo>
                  <a:pt x="561467" y="914400"/>
                </a:lnTo>
                <a:lnTo>
                  <a:pt x="606298" y="914400"/>
                </a:lnTo>
                <a:lnTo>
                  <a:pt x="649224" y="889000"/>
                </a:lnTo>
                <a:lnTo>
                  <a:pt x="690118" y="876300"/>
                </a:lnTo>
                <a:lnTo>
                  <a:pt x="728726" y="850900"/>
                </a:lnTo>
                <a:lnTo>
                  <a:pt x="764794" y="825500"/>
                </a:lnTo>
                <a:lnTo>
                  <a:pt x="798195" y="787400"/>
                </a:lnTo>
                <a:lnTo>
                  <a:pt x="828421" y="762000"/>
                </a:lnTo>
                <a:lnTo>
                  <a:pt x="846455" y="736600"/>
                </a:lnTo>
                <a:lnTo>
                  <a:pt x="855472" y="723900"/>
                </a:lnTo>
                <a:lnTo>
                  <a:pt x="879094" y="685800"/>
                </a:lnTo>
                <a:lnTo>
                  <a:pt x="898779" y="647700"/>
                </a:lnTo>
                <a:lnTo>
                  <a:pt x="914654" y="596900"/>
                </a:lnTo>
                <a:lnTo>
                  <a:pt x="926211" y="558800"/>
                </a:lnTo>
                <a:lnTo>
                  <a:pt x="933450" y="508000"/>
                </a:lnTo>
                <a:lnTo>
                  <a:pt x="935863" y="457200"/>
                </a:lnTo>
                <a:lnTo>
                  <a:pt x="933450" y="419100"/>
                </a:lnTo>
                <a:lnTo>
                  <a:pt x="926338" y="368300"/>
                </a:lnTo>
                <a:lnTo>
                  <a:pt x="914654" y="317500"/>
                </a:lnTo>
                <a:lnTo>
                  <a:pt x="898906" y="279400"/>
                </a:lnTo>
                <a:lnTo>
                  <a:pt x="879094" y="241300"/>
                </a:lnTo>
                <a:lnTo>
                  <a:pt x="837692" y="177800"/>
                </a:lnTo>
                <a:lnTo>
                  <a:pt x="798322" y="127000"/>
                </a:lnTo>
                <a:lnTo>
                  <a:pt x="765048" y="101600"/>
                </a:lnTo>
                <a:lnTo>
                  <a:pt x="748665" y="90030"/>
                </a:lnTo>
                <a:lnTo>
                  <a:pt x="748665" y="457200"/>
                </a:lnTo>
                <a:lnTo>
                  <a:pt x="744982" y="508000"/>
                </a:lnTo>
                <a:lnTo>
                  <a:pt x="734441" y="546100"/>
                </a:lnTo>
                <a:lnTo>
                  <a:pt x="717550" y="584200"/>
                </a:lnTo>
                <a:lnTo>
                  <a:pt x="694817" y="622300"/>
                </a:lnTo>
                <a:lnTo>
                  <a:pt x="666877" y="660400"/>
                </a:lnTo>
                <a:lnTo>
                  <a:pt x="634111" y="685800"/>
                </a:lnTo>
                <a:lnTo>
                  <a:pt x="597395" y="711200"/>
                </a:lnTo>
                <a:lnTo>
                  <a:pt x="557022" y="723900"/>
                </a:lnTo>
                <a:lnTo>
                  <a:pt x="513715" y="736600"/>
                </a:lnTo>
                <a:lnTo>
                  <a:pt x="422148" y="736600"/>
                </a:lnTo>
                <a:lnTo>
                  <a:pt x="378714" y="723900"/>
                </a:lnTo>
                <a:lnTo>
                  <a:pt x="338455" y="711200"/>
                </a:lnTo>
                <a:lnTo>
                  <a:pt x="301625" y="685800"/>
                </a:lnTo>
                <a:lnTo>
                  <a:pt x="268986" y="660400"/>
                </a:lnTo>
                <a:lnTo>
                  <a:pt x="241033" y="622300"/>
                </a:lnTo>
                <a:lnTo>
                  <a:pt x="218300" y="584200"/>
                </a:lnTo>
                <a:lnTo>
                  <a:pt x="201383" y="546100"/>
                </a:lnTo>
                <a:lnTo>
                  <a:pt x="190804" y="508000"/>
                </a:lnTo>
                <a:lnTo>
                  <a:pt x="187159" y="457200"/>
                </a:lnTo>
                <a:lnTo>
                  <a:pt x="190804" y="419100"/>
                </a:lnTo>
                <a:lnTo>
                  <a:pt x="201383" y="368300"/>
                </a:lnTo>
                <a:lnTo>
                  <a:pt x="218300" y="330200"/>
                </a:lnTo>
                <a:lnTo>
                  <a:pt x="241033" y="292100"/>
                </a:lnTo>
                <a:lnTo>
                  <a:pt x="268986" y="266700"/>
                </a:lnTo>
                <a:lnTo>
                  <a:pt x="301625" y="228600"/>
                </a:lnTo>
                <a:lnTo>
                  <a:pt x="338455" y="215900"/>
                </a:lnTo>
                <a:lnTo>
                  <a:pt x="378714" y="190500"/>
                </a:lnTo>
                <a:lnTo>
                  <a:pt x="422148" y="190500"/>
                </a:lnTo>
                <a:lnTo>
                  <a:pt x="467868" y="177800"/>
                </a:lnTo>
                <a:lnTo>
                  <a:pt x="513715" y="190500"/>
                </a:lnTo>
                <a:lnTo>
                  <a:pt x="557022" y="190500"/>
                </a:lnTo>
                <a:lnTo>
                  <a:pt x="597395" y="215900"/>
                </a:lnTo>
                <a:lnTo>
                  <a:pt x="634111" y="228600"/>
                </a:lnTo>
                <a:lnTo>
                  <a:pt x="666877" y="266700"/>
                </a:lnTo>
                <a:lnTo>
                  <a:pt x="717550" y="330200"/>
                </a:lnTo>
                <a:lnTo>
                  <a:pt x="734441" y="368300"/>
                </a:lnTo>
                <a:lnTo>
                  <a:pt x="744982" y="419100"/>
                </a:lnTo>
                <a:lnTo>
                  <a:pt x="748665" y="457200"/>
                </a:lnTo>
                <a:lnTo>
                  <a:pt x="748665" y="90030"/>
                </a:lnTo>
                <a:lnTo>
                  <a:pt x="690499" y="50800"/>
                </a:lnTo>
                <a:lnTo>
                  <a:pt x="649605" y="25400"/>
                </a:lnTo>
                <a:lnTo>
                  <a:pt x="606679" y="12700"/>
                </a:lnTo>
                <a:lnTo>
                  <a:pt x="561848" y="0"/>
                </a:lnTo>
                <a:lnTo>
                  <a:pt x="373888" y="0"/>
                </a:lnTo>
                <a:lnTo>
                  <a:pt x="329184" y="12700"/>
                </a:lnTo>
                <a:lnTo>
                  <a:pt x="286258" y="25400"/>
                </a:lnTo>
                <a:lnTo>
                  <a:pt x="245364" y="50800"/>
                </a:lnTo>
                <a:lnTo>
                  <a:pt x="206768" y="76200"/>
                </a:lnTo>
                <a:lnTo>
                  <a:pt x="170726" y="101600"/>
                </a:lnTo>
                <a:lnTo>
                  <a:pt x="137452" y="127000"/>
                </a:lnTo>
                <a:lnTo>
                  <a:pt x="107188" y="165100"/>
                </a:lnTo>
                <a:lnTo>
                  <a:pt x="80187" y="203200"/>
                </a:lnTo>
                <a:lnTo>
                  <a:pt x="56692" y="241300"/>
                </a:lnTo>
                <a:lnTo>
                  <a:pt x="36918" y="279400"/>
                </a:lnTo>
                <a:lnTo>
                  <a:pt x="21132" y="317500"/>
                </a:lnTo>
                <a:lnTo>
                  <a:pt x="9550" y="368300"/>
                </a:lnTo>
                <a:lnTo>
                  <a:pt x="2425" y="419100"/>
                </a:lnTo>
                <a:lnTo>
                  <a:pt x="0" y="457200"/>
                </a:lnTo>
                <a:lnTo>
                  <a:pt x="2425" y="508000"/>
                </a:lnTo>
                <a:lnTo>
                  <a:pt x="9563" y="558800"/>
                </a:lnTo>
                <a:lnTo>
                  <a:pt x="21170" y="596900"/>
                </a:lnTo>
                <a:lnTo>
                  <a:pt x="36995" y="647700"/>
                </a:lnTo>
                <a:lnTo>
                  <a:pt x="56794" y="685800"/>
                </a:lnTo>
                <a:lnTo>
                  <a:pt x="80340" y="723900"/>
                </a:lnTo>
                <a:lnTo>
                  <a:pt x="107378" y="762000"/>
                </a:lnTo>
                <a:lnTo>
                  <a:pt x="137680" y="787400"/>
                </a:lnTo>
                <a:lnTo>
                  <a:pt x="170992" y="825500"/>
                </a:lnTo>
                <a:lnTo>
                  <a:pt x="207073" y="850900"/>
                </a:lnTo>
                <a:lnTo>
                  <a:pt x="245745" y="876300"/>
                </a:lnTo>
                <a:lnTo>
                  <a:pt x="286639" y="889000"/>
                </a:lnTo>
                <a:lnTo>
                  <a:pt x="329565" y="914400"/>
                </a:lnTo>
                <a:lnTo>
                  <a:pt x="374269" y="914400"/>
                </a:lnTo>
                <a:lnTo>
                  <a:pt x="374269" y="2895600"/>
                </a:lnTo>
                <a:lnTo>
                  <a:pt x="375666" y="2933700"/>
                </a:lnTo>
                <a:lnTo>
                  <a:pt x="379603" y="2984500"/>
                </a:lnTo>
                <a:lnTo>
                  <a:pt x="386207" y="3035300"/>
                </a:lnTo>
                <a:lnTo>
                  <a:pt x="395097" y="3073400"/>
                </a:lnTo>
                <a:lnTo>
                  <a:pt x="406527" y="3124200"/>
                </a:lnTo>
                <a:lnTo>
                  <a:pt x="420370" y="3162300"/>
                </a:lnTo>
                <a:lnTo>
                  <a:pt x="436372" y="3213100"/>
                </a:lnTo>
                <a:lnTo>
                  <a:pt x="454533" y="3251200"/>
                </a:lnTo>
                <a:lnTo>
                  <a:pt x="474853" y="3289300"/>
                </a:lnTo>
                <a:lnTo>
                  <a:pt x="497332" y="3327400"/>
                </a:lnTo>
                <a:lnTo>
                  <a:pt x="521716" y="3365500"/>
                </a:lnTo>
                <a:lnTo>
                  <a:pt x="547878" y="3403600"/>
                </a:lnTo>
                <a:lnTo>
                  <a:pt x="576072" y="3441700"/>
                </a:lnTo>
                <a:lnTo>
                  <a:pt x="605917" y="3467100"/>
                </a:lnTo>
                <a:lnTo>
                  <a:pt x="637540" y="3505200"/>
                </a:lnTo>
                <a:lnTo>
                  <a:pt x="670687" y="3530600"/>
                </a:lnTo>
                <a:lnTo>
                  <a:pt x="705358" y="3556000"/>
                </a:lnTo>
                <a:lnTo>
                  <a:pt x="741553" y="3581400"/>
                </a:lnTo>
                <a:lnTo>
                  <a:pt x="779145" y="3606800"/>
                </a:lnTo>
                <a:lnTo>
                  <a:pt x="818134" y="3632200"/>
                </a:lnTo>
                <a:lnTo>
                  <a:pt x="858393" y="3657600"/>
                </a:lnTo>
                <a:lnTo>
                  <a:pt x="942213" y="3683000"/>
                </a:lnTo>
                <a:lnTo>
                  <a:pt x="1075690" y="3721100"/>
                </a:lnTo>
                <a:lnTo>
                  <a:pt x="1121918" y="3733800"/>
                </a:lnTo>
                <a:lnTo>
                  <a:pt x="1871599" y="3733800"/>
                </a:lnTo>
                <a:lnTo>
                  <a:pt x="1871599" y="4102150"/>
                </a:lnTo>
                <a:lnTo>
                  <a:pt x="2023745" y="4102150"/>
                </a:lnTo>
                <a:lnTo>
                  <a:pt x="2050034" y="4089450"/>
                </a:lnTo>
                <a:lnTo>
                  <a:pt x="2361946" y="3835450"/>
                </a:lnTo>
                <a:lnTo>
                  <a:pt x="2518029" y="3708400"/>
                </a:lnTo>
                <a:lnTo>
                  <a:pt x="2608580" y="3644900"/>
                </a:lnTo>
                <a:close/>
              </a:path>
              <a:path w="3743325" h="4102734">
                <a:moveTo>
                  <a:pt x="3743325" y="3644900"/>
                </a:moveTo>
                <a:lnTo>
                  <a:pt x="3740912" y="3594100"/>
                </a:lnTo>
                <a:lnTo>
                  <a:pt x="3733800" y="3543300"/>
                </a:lnTo>
                <a:lnTo>
                  <a:pt x="3706368" y="3454400"/>
                </a:lnTo>
                <a:lnTo>
                  <a:pt x="3686556" y="3416300"/>
                </a:lnTo>
                <a:lnTo>
                  <a:pt x="3644900" y="3352800"/>
                </a:lnTo>
                <a:lnTo>
                  <a:pt x="3605657" y="3314700"/>
                </a:lnTo>
                <a:lnTo>
                  <a:pt x="3572383" y="3276600"/>
                </a:lnTo>
                <a:lnTo>
                  <a:pt x="3556127" y="3265195"/>
                </a:lnTo>
                <a:lnTo>
                  <a:pt x="3556127" y="3644900"/>
                </a:lnTo>
                <a:lnTo>
                  <a:pt x="3552571" y="3683000"/>
                </a:lnTo>
                <a:lnTo>
                  <a:pt x="3541903" y="3733800"/>
                </a:lnTo>
                <a:lnTo>
                  <a:pt x="3525012" y="3771900"/>
                </a:lnTo>
                <a:lnTo>
                  <a:pt x="3474339" y="3835450"/>
                </a:lnTo>
                <a:lnTo>
                  <a:pt x="3441700" y="3860850"/>
                </a:lnTo>
                <a:lnTo>
                  <a:pt x="3404870" y="3886250"/>
                </a:lnTo>
                <a:lnTo>
                  <a:pt x="3364484" y="3911650"/>
                </a:lnTo>
                <a:lnTo>
                  <a:pt x="3321177" y="3911650"/>
                </a:lnTo>
                <a:lnTo>
                  <a:pt x="3275457" y="3924350"/>
                </a:lnTo>
                <a:lnTo>
                  <a:pt x="3229610" y="3911650"/>
                </a:lnTo>
                <a:lnTo>
                  <a:pt x="3186303" y="3911650"/>
                </a:lnTo>
                <a:lnTo>
                  <a:pt x="3145917" y="3886250"/>
                </a:lnTo>
                <a:lnTo>
                  <a:pt x="3109214" y="3860850"/>
                </a:lnTo>
                <a:lnTo>
                  <a:pt x="3048508" y="3810050"/>
                </a:lnTo>
                <a:lnTo>
                  <a:pt x="3025775" y="3771900"/>
                </a:lnTo>
                <a:lnTo>
                  <a:pt x="3008884" y="3733800"/>
                </a:lnTo>
                <a:lnTo>
                  <a:pt x="2998343" y="3683000"/>
                </a:lnTo>
                <a:lnTo>
                  <a:pt x="2994660" y="3644900"/>
                </a:lnTo>
                <a:lnTo>
                  <a:pt x="2998343" y="3594100"/>
                </a:lnTo>
                <a:lnTo>
                  <a:pt x="3008884" y="3556000"/>
                </a:lnTo>
                <a:lnTo>
                  <a:pt x="3025775" y="3505200"/>
                </a:lnTo>
                <a:lnTo>
                  <a:pt x="3076448" y="3441700"/>
                </a:lnTo>
                <a:lnTo>
                  <a:pt x="3109214" y="3416300"/>
                </a:lnTo>
                <a:lnTo>
                  <a:pt x="3145917" y="3390900"/>
                </a:lnTo>
                <a:lnTo>
                  <a:pt x="3186303" y="3378200"/>
                </a:lnTo>
                <a:lnTo>
                  <a:pt x="3229610" y="3365500"/>
                </a:lnTo>
                <a:lnTo>
                  <a:pt x="3275457" y="3352800"/>
                </a:lnTo>
                <a:lnTo>
                  <a:pt x="3321177" y="3365500"/>
                </a:lnTo>
                <a:lnTo>
                  <a:pt x="3364484" y="3378200"/>
                </a:lnTo>
                <a:lnTo>
                  <a:pt x="3404870" y="3390900"/>
                </a:lnTo>
                <a:lnTo>
                  <a:pt x="3441700" y="3416300"/>
                </a:lnTo>
                <a:lnTo>
                  <a:pt x="3502279" y="3467100"/>
                </a:lnTo>
                <a:lnTo>
                  <a:pt x="3525012" y="3505200"/>
                </a:lnTo>
                <a:lnTo>
                  <a:pt x="3541903" y="3556000"/>
                </a:lnTo>
                <a:lnTo>
                  <a:pt x="3552571" y="3594100"/>
                </a:lnTo>
                <a:lnTo>
                  <a:pt x="3556127" y="3644900"/>
                </a:lnTo>
                <a:lnTo>
                  <a:pt x="3556127" y="3265195"/>
                </a:lnTo>
                <a:lnTo>
                  <a:pt x="3536188" y="3251200"/>
                </a:lnTo>
                <a:lnTo>
                  <a:pt x="3497580" y="3225800"/>
                </a:lnTo>
                <a:lnTo>
                  <a:pt x="3456686" y="3213100"/>
                </a:lnTo>
                <a:lnTo>
                  <a:pt x="3413760" y="3187700"/>
                </a:lnTo>
                <a:lnTo>
                  <a:pt x="3368929" y="3175000"/>
                </a:lnTo>
                <a:lnTo>
                  <a:pt x="3368929" y="1206500"/>
                </a:lnTo>
                <a:lnTo>
                  <a:pt x="3367659" y="1155700"/>
                </a:lnTo>
                <a:lnTo>
                  <a:pt x="3363722" y="1117600"/>
                </a:lnTo>
                <a:lnTo>
                  <a:pt x="3357118" y="1066800"/>
                </a:lnTo>
                <a:lnTo>
                  <a:pt x="3348228" y="1028700"/>
                </a:lnTo>
                <a:lnTo>
                  <a:pt x="3336798" y="977900"/>
                </a:lnTo>
                <a:lnTo>
                  <a:pt x="3322955" y="939800"/>
                </a:lnTo>
                <a:lnTo>
                  <a:pt x="3306953" y="889000"/>
                </a:lnTo>
                <a:lnTo>
                  <a:pt x="3288792" y="850900"/>
                </a:lnTo>
                <a:lnTo>
                  <a:pt x="3268472" y="812800"/>
                </a:lnTo>
                <a:lnTo>
                  <a:pt x="3245993" y="774700"/>
                </a:lnTo>
                <a:lnTo>
                  <a:pt x="3221609" y="736600"/>
                </a:lnTo>
                <a:lnTo>
                  <a:pt x="3195447" y="698500"/>
                </a:lnTo>
                <a:lnTo>
                  <a:pt x="3167253" y="660400"/>
                </a:lnTo>
                <a:lnTo>
                  <a:pt x="3137408" y="635000"/>
                </a:lnTo>
                <a:lnTo>
                  <a:pt x="3105785" y="596900"/>
                </a:lnTo>
                <a:lnTo>
                  <a:pt x="3072638" y="571500"/>
                </a:lnTo>
                <a:lnTo>
                  <a:pt x="3055239" y="558800"/>
                </a:lnTo>
                <a:lnTo>
                  <a:pt x="3037967" y="546100"/>
                </a:lnTo>
                <a:lnTo>
                  <a:pt x="3001772" y="520700"/>
                </a:lnTo>
                <a:lnTo>
                  <a:pt x="2964053" y="495300"/>
                </a:lnTo>
                <a:lnTo>
                  <a:pt x="2925191" y="469900"/>
                </a:lnTo>
                <a:lnTo>
                  <a:pt x="2884932" y="444500"/>
                </a:lnTo>
                <a:lnTo>
                  <a:pt x="2801112" y="419100"/>
                </a:lnTo>
                <a:lnTo>
                  <a:pt x="2757551" y="393700"/>
                </a:lnTo>
                <a:lnTo>
                  <a:pt x="2713101" y="393700"/>
                </a:lnTo>
                <a:lnTo>
                  <a:pt x="2621407" y="368300"/>
                </a:lnTo>
                <a:lnTo>
                  <a:pt x="1871599" y="368300"/>
                </a:lnTo>
                <a:lnTo>
                  <a:pt x="1871599" y="254000"/>
                </a:lnTo>
                <a:lnTo>
                  <a:pt x="1871599" y="0"/>
                </a:lnTo>
                <a:lnTo>
                  <a:pt x="1719580" y="0"/>
                </a:lnTo>
                <a:lnTo>
                  <a:pt x="1693291" y="12700"/>
                </a:lnTo>
                <a:lnTo>
                  <a:pt x="1684528" y="19837"/>
                </a:lnTo>
                <a:lnTo>
                  <a:pt x="1684528" y="254000"/>
                </a:lnTo>
                <a:lnTo>
                  <a:pt x="1684528" y="660400"/>
                </a:lnTo>
                <a:lnTo>
                  <a:pt x="1432941" y="457200"/>
                </a:lnTo>
                <a:lnTo>
                  <a:pt x="1684528" y="254000"/>
                </a:lnTo>
                <a:lnTo>
                  <a:pt x="1684528" y="19837"/>
                </a:lnTo>
                <a:lnTo>
                  <a:pt x="1225296" y="393700"/>
                </a:lnTo>
                <a:lnTo>
                  <a:pt x="1134745" y="457200"/>
                </a:lnTo>
                <a:lnTo>
                  <a:pt x="1225296" y="533400"/>
                </a:lnTo>
                <a:lnTo>
                  <a:pt x="1693291" y="901700"/>
                </a:lnTo>
                <a:lnTo>
                  <a:pt x="1719580" y="927100"/>
                </a:lnTo>
                <a:lnTo>
                  <a:pt x="1871599" y="927100"/>
                </a:lnTo>
                <a:lnTo>
                  <a:pt x="1871599" y="660400"/>
                </a:lnTo>
                <a:lnTo>
                  <a:pt x="1871599" y="558800"/>
                </a:lnTo>
                <a:lnTo>
                  <a:pt x="2623820" y="558800"/>
                </a:lnTo>
                <a:lnTo>
                  <a:pt x="2716403" y="584200"/>
                </a:lnTo>
                <a:lnTo>
                  <a:pt x="2760599" y="596900"/>
                </a:lnTo>
                <a:lnTo>
                  <a:pt x="2803398" y="609600"/>
                </a:lnTo>
                <a:lnTo>
                  <a:pt x="2844546" y="635000"/>
                </a:lnTo>
                <a:lnTo>
                  <a:pt x="2883916" y="660400"/>
                </a:lnTo>
                <a:lnTo>
                  <a:pt x="2921508" y="685800"/>
                </a:lnTo>
                <a:lnTo>
                  <a:pt x="2957068" y="711200"/>
                </a:lnTo>
                <a:lnTo>
                  <a:pt x="2990469" y="749300"/>
                </a:lnTo>
                <a:lnTo>
                  <a:pt x="3021584" y="774700"/>
                </a:lnTo>
                <a:lnTo>
                  <a:pt x="3050286" y="812800"/>
                </a:lnTo>
                <a:lnTo>
                  <a:pt x="3076575" y="850900"/>
                </a:lnTo>
                <a:lnTo>
                  <a:pt x="3100197" y="889000"/>
                </a:lnTo>
                <a:lnTo>
                  <a:pt x="3121152" y="927100"/>
                </a:lnTo>
                <a:lnTo>
                  <a:pt x="3139186" y="977900"/>
                </a:lnTo>
                <a:lnTo>
                  <a:pt x="3154172" y="1016000"/>
                </a:lnTo>
                <a:lnTo>
                  <a:pt x="3166110" y="1066800"/>
                </a:lnTo>
                <a:lnTo>
                  <a:pt x="3174746" y="1117600"/>
                </a:lnTo>
                <a:lnTo>
                  <a:pt x="3180080" y="1155700"/>
                </a:lnTo>
                <a:lnTo>
                  <a:pt x="3181858" y="1206500"/>
                </a:lnTo>
                <a:lnTo>
                  <a:pt x="3181858" y="3175000"/>
                </a:lnTo>
                <a:lnTo>
                  <a:pt x="3137027" y="3187700"/>
                </a:lnTo>
                <a:lnTo>
                  <a:pt x="3094101" y="3213100"/>
                </a:lnTo>
                <a:lnTo>
                  <a:pt x="3053207" y="3225800"/>
                </a:lnTo>
                <a:lnTo>
                  <a:pt x="3014599" y="3251200"/>
                </a:lnTo>
                <a:lnTo>
                  <a:pt x="2978531" y="3276600"/>
                </a:lnTo>
                <a:lnTo>
                  <a:pt x="2945130" y="3314700"/>
                </a:lnTo>
                <a:lnTo>
                  <a:pt x="2914904" y="3340100"/>
                </a:lnTo>
                <a:lnTo>
                  <a:pt x="2887853" y="3378200"/>
                </a:lnTo>
                <a:lnTo>
                  <a:pt x="2864231" y="3416300"/>
                </a:lnTo>
                <a:lnTo>
                  <a:pt x="2844546" y="3454400"/>
                </a:lnTo>
                <a:lnTo>
                  <a:pt x="2828671" y="3505200"/>
                </a:lnTo>
                <a:lnTo>
                  <a:pt x="2817114" y="3543300"/>
                </a:lnTo>
                <a:lnTo>
                  <a:pt x="2809875" y="3594100"/>
                </a:lnTo>
                <a:lnTo>
                  <a:pt x="2807462" y="3644900"/>
                </a:lnTo>
                <a:lnTo>
                  <a:pt x="2809875" y="3683000"/>
                </a:lnTo>
                <a:lnTo>
                  <a:pt x="2816987" y="3733800"/>
                </a:lnTo>
                <a:lnTo>
                  <a:pt x="2844419" y="3822750"/>
                </a:lnTo>
                <a:lnTo>
                  <a:pt x="2864231" y="3860850"/>
                </a:lnTo>
                <a:lnTo>
                  <a:pt x="2887726" y="3898950"/>
                </a:lnTo>
                <a:lnTo>
                  <a:pt x="2914650" y="3937050"/>
                </a:lnTo>
                <a:lnTo>
                  <a:pt x="2945003" y="3975150"/>
                </a:lnTo>
                <a:lnTo>
                  <a:pt x="2978277" y="4000550"/>
                </a:lnTo>
                <a:lnTo>
                  <a:pt x="3014218" y="4025950"/>
                </a:lnTo>
                <a:lnTo>
                  <a:pt x="3052826" y="4051350"/>
                </a:lnTo>
                <a:lnTo>
                  <a:pt x="3093720" y="4064050"/>
                </a:lnTo>
                <a:lnTo>
                  <a:pt x="3136646" y="4089450"/>
                </a:lnTo>
                <a:lnTo>
                  <a:pt x="3181350" y="4102150"/>
                </a:lnTo>
                <a:lnTo>
                  <a:pt x="3369437" y="4102150"/>
                </a:lnTo>
                <a:lnTo>
                  <a:pt x="3414141" y="4089450"/>
                </a:lnTo>
                <a:lnTo>
                  <a:pt x="3457067" y="4064050"/>
                </a:lnTo>
                <a:lnTo>
                  <a:pt x="3497961" y="4051350"/>
                </a:lnTo>
                <a:lnTo>
                  <a:pt x="3536569" y="4025950"/>
                </a:lnTo>
                <a:lnTo>
                  <a:pt x="3572637" y="4000550"/>
                </a:lnTo>
                <a:lnTo>
                  <a:pt x="3605911" y="3975150"/>
                </a:lnTo>
                <a:lnTo>
                  <a:pt x="3636137" y="3937050"/>
                </a:lnTo>
                <a:lnTo>
                  <a:pt x="3645154" y="3924350"/>
                </a:lnTo>
                <a:lnTo>
                  <a:pt x="3663188" y="3898950"/>
                </a:lnTo>
                <a:lnTo>
                  <a:pt x="3686683" y="3860850"/>
                </a:lnTo>
                <a:lnTo>
                  <a:pt x="3706368" y="3822750"/>
                </a:lnTo>
                <a:lnTo>
                  <a:pt x="3722243" y="3771900"/>
                </a:lnTo>
                <a:lnTo>
                  <a:pt x="3733800" y="3733800"/>
                </a:lnTo>
                <a:lnTo>
                  <a:pt x="3740912" y="3683000"/>
                </a:lnTo>
                <a:lnTo>
                  <a:pt x="3743325" y="3644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592429" y="1689226"/>
            <a:ext cx="3086100" cy="4102100"/>
          </a:xfrm>
          <a:custGeom>
            <a:avLst/>
            <a:gdLst/>
            <a:ahLst/>
            <a:cxnLst/>
            <a:rect l="l" t="t" r="r" b="b"/>
            <a:pathLst>
              <a:path w="3086100" h="4102100">
                <a:moveTo>
                  <a:pt x="3086100" y="2565400"/>
                </a:moveTo>
                <a:lnTo>
                  <a:pt x="3084068" y="2514600"/>
                </a:lnTo>
                <a:lnTo>
                  <a:pt x="3077845" y="2476500"/>
                </a:lnTo>
                <a:lnTo>
                  <a:pt x="3067685" y="2425700"/>
                </a:lnTo>
                <a:lnTo>
                  <a:pt x="3053715" y="2387600"/>
                </a:lnTo>
                <a:lnTo>
                  <a:pt x="3036316" y="2349500"/>
                </a:lnTo>
                <a:lnTo>
                  <a:pt x="3015488" y="2311400"/>
                </a:lnTo>
                <a:lnTo>
                  <a:pt x="2991485" y="2273300"/>
                </a:lnTo>
                <a:lnTo>
                  <a:pt x="2964434" y="2235200"/>
                </a:lnTo>
                <a:lnTo>
                  <a:pt x="2934716" y="2197100"/>
                </a:lnTo>
                <a:lnTo>
                  <a:pt x="2902331" y="2171700"/>
                </a:lnTo>
                <a:lnTo>
                  <a:pt x="2867533" y="2146300"/>
                </a:lnTo>
                <a:lnTo>
                  <a:pt x="2830449" y="2120900"/>
                </a:lnTo>
                <a:lnTo>
                  <a:pt x="2791333" y="2095500"/>
                </a:lnTo>
                <a:lnTo>
                  <a:pt x="2750439" y="2082800"/>
                </a:lnTo>
                <a:lnTo>
                  <a:pt x="2743200" y="2080653"/>
                </a:lnTo>
                <a:lnTo>
                  <a:pt x="2743200" y="2565400"/>
                </a:lnTo>
                <a:lnTo>
                  <a:pt x="2737231" y="2616200"/>
                </a:lnTo>
                <a:lnTo>
                  <a:pt x="2720213" y="2654300"/>
                </a:lnTo>
                <a:lnTo>
                  <a:pt x="2693670" y="2692400"/>
                </a:lnTo>
                <a:lnTo>
                  <a:pt x="2659126" y="2717800"/>
                </a:lnTo>
                <a:lnTo>
                  <a:pt x="2617978" y="2730500"/>
                </a:lnTo>
                <a:lnTo>
                  <a:pt x="2525649" y="2730500"/>
                </a:lnTo>
                <a:lnTo>
                  <a:pt x="2484501" y="2717800"/>
                </a:lnTo>
                <a:lnTo>
                  <a:pt x="2449957" y="2692400"/>
                </a:lnTo>
                <a:lnTo>
                  <a:pt x="2423414" y="2654300"/>
                </a:lnTo>
                <a:lnTo>
                  <a:pt x="2406396" y="2616200"/>
                </a:lnTo>
                <a:lnTo>
                  <a:pt x="2400300" y="2565400"/>
                </a:lnTo>
                <a:lnTo>
                  <a:pt x="2406396" y="2514600"/>
                </a:lnTo>
                <a:lnTo>
                  <a:pt x="2423414" y="2476500"/>
                </a:lnTo>
                <a:lnTo>
                  <a:pt x="2449957" y="2438400"/>
                </a:lnTo>
                <a:lnTo>
                  <a:pt x="2484501" y="2413000"/>
                </a:lnTo>
                <a:lnTo>
                  <a:pt x="2525649" y="2400300"/>
                </a:lnTo>
                <a:lnTo>
                  <a:pt x="2571750" y="2387600"/>
                </a:lnTo>
                <a:lnTo>
                  <a:pt x="2617978" y="2400300"/>
                </a:lnTo>
                <a:lnTo>
                  <a:pt x="2659126" y="2413000"/>
                </a:lnTo>
                <a:lnTo>
                  <a:pt x="2693670" y="2438400"/>
                </a:lnTo>
                <a:lnTo>
                  <a:pt x="2720213" y="2476500"/>
                </a:lnTo>
                <a:lnTo>
                  <a:pt x="2737231" y="2514600"/>
                </a:lnTo>
                <a:lnTo>
                  <a:pt x="2743200" y="2565400"/>
                </a:lnTo>
                <a:lnTo>
                  <a:pt x="2743200" y="2080653"/>
                </a:lnTo>
                <a:lnTo>
                  <a:pt x="2707767" y="2070100"/>
                </a:lnTo>
                <a:lnTo>
                  <a:pt x="2663698" y="2057400"/>
                </a:lnTo>
                <a:lnTo>
                  <a:pt x="2618359" y="2057400"/>
                </a:lnTo>
                <a:lnTo>
                  <a:pt x="2571750" y="2044700"/>
                </a:lnTo>
                <a:lnTo>
                  <a:pt x="2521331" y="2057400"/>
                </a:lnTo>
                <a:lnTo>
                  <a:pt x="2472182" y="2057400"/>
                </a:lnTo>
                <a:lnTo>
                  <a:pt x="2424684" y="2070100"/>
                </a:lnTo>
                <a:lnTo>
                  <a:pt x="2378964" y="2095500"/>
                </a:lnTo>
                <a:lnTo>
                  <a:pt x="2335403" y="2108200"/>
                </a:lnTo>
                <a:lnTo>
                  <a:pt x="2294128" y="2133600"/>
                </a:lnTo>
                <a:lnTo>
                  <a:pt x="2255393" y="2159000"/>
                </a:lnTo>
                <a:lnTo>
                  <a:pt x="2219452" y="2197100"/>
                </a:lnTo>
                <a:lnTo>
                  <a:pt x="2186559" y="2222500"/>
                </a:lnTo>
                <a:lnTo>
                  <a:pt x="2156968" y="2260600"/>
                </a:lnTo>
                <a:lnTo>
                  <a:pt x="2130679" y="2311400"/>
                </a:lnTo>
                <a:lnTo>
                  <a:pt x="2108200" y="2349500"/>
                </a:lnTo>
                <a:lnTo>
                  <a:pt x="2089658" y="2387600"/>
                </a:lnTo>
                <a:lnTo>
                  <a:pt x="1404366" y="2387600"/>
                </a:lnTo>
                <a:lnTo>
                  <a:pt x="1358011" y="2374900"/>
                </a:lnTo>
                <a:lnTo>
                  <a:pt x="1267841" y="2349500"/>
                </a:lnTo>
                <a:lnTo>
                  <a:pt x="1224407" y="2324100"/>
                </a:lnTo>
                <a:lnTo>
                  <a:pt x="1181989" y="2311400"/>
                </a:lnTo>
                <a:lnTo>
                  <a:pt x="1140841" y="2286000"/>
                </a:lnTo>
                <a:lnTo>
                  <a:pt x="1100963" y="2273300"/>
                </a:lnTo>
                <a:lnTo>
                  <a:pt x="1062482" y="2247900"/>
                </a:lnTo>
                <a:lnTo>
                  <a:pt x="1025271" y="2209800"/>
                </a:lnTo>
                <a:lnTo>
                  <a:pt x="989711" y="2184400"/>
                </a:lnTo>
                <a:lnTo>
                  <a:pt x="955802" y="2159000"/>
                </a:lnTo>
                <a:lnTo>
                  <a:pt x="923417" y="2120900"/>
                </a:lnTo>
                <a:lnTo>
                  <a:pt x="892810" y="2095500"/>
                </a:lnTo>
                <a:lnTo>
                  <a:pt x="863981" y="2057400"/>
                </a:lnTo>
                <a:lnTo>
                  <a:pt x="837057" y="2019300"/>
                </a:lnTo>
                <a:lnTo>
                  <a:pt x="812038" y="1981200"/>
                </a:lnTo>
                <a:lnTo>
                  <a:pt x="789051" y="1943100"/>
                </a:lnTo>
                <a:lnTo>
                  <a:pt x="768223" y="1892300"/>
                </a:lnTo>
                <a:lnTo>
                  <a:pt x="749554" y="1854200"/>
                </a:lnTo>
                <a:lnTo>
                  <a:pt x="733044" y="1816100"/>
                </a:lnTo>
                <a:lnTo>
                  <a:pt x="718947" y="1765300"/>
                </a:lnTo>
                <a:lnTo>
                  <a:pt x="707263" y="1727200"/>
                </a:lnTo>
                <a:lnTo>
                  <a:pt x="697992" y="1676400"/>
                </a:lnTo>
                <a:lnTo>
                  <a:pt x="691261" y="1625600"/>
                </a:lnTo>
                <a:lnTo>
                  <a:pt x="687197" y="1574800"/>
                </a:lnTo>
                <a:lnTo>
                  <a:pt x="685800" y="1536700"/>
                </a:lnTo>
                <a:lnTo>
                  <a:pt x="685800" y="990600"/>
                </a:lnTo>
                <a:lnTo>
                  <a:pt x="730631" y="977900"/>
                </a:lnTo>
                <a:lnTo>
                  <a:pt x="773176" y="952500"/>
                </a:lnTo>
                <a:lnTo>
                  <a:pt x="813435" y="927100"/>
                </a:lnTo>
                <a:lnTo>
                  <a:pt x="851027" y="889000"/>
                </a:lnTo>
                <a:lnTo>
                  <a:pt x="885698" y="863600"/>
                </a:lnTo>
                <a:lnTo>
                  <a:pt x="917194" y="825500"/>
                </a:lnTo>
                <a:lnTo>
                  <a:pt x="945261" y="787400"/>
                </a:lnTo>
                <a:lnTo>
                  <a:pt x="969772" y="749300"/>
                </a:lnTo>
                <a:lnTo>
                  <a:pt x="990346" y="698500"/>
                </a:lnTo>
                <a:lnTo>
                  <a:pt x="1001268" y="673100"/>
                </a:lnTo>
                <a:lnTo>
                  <a:pt x="1006729" y="660400"/>
                </a:lnTo>
                <a:lnTo>
                  <a:pt x="1018794" y="609600"/>
                </a:lnTo>
                <a:lnTo>
                  <a:pt x="1026287" y="558800"/>
                </a:lnTo>
                <a:lnTo>
                  <a:pt x="1028700" y="508000"/>
                </a:lnTo>
                <a:lnTo>
                  <a:pt x="1026668" y="457200"/>
                </a:lnTo>
                <a:lnTo>
                  <a:pt x="1020445" y="419100"/>
                </a:lnTo>
                <a:lnTo>
                  <a:pt x="1010285" y="368300"/>
                </a:lnTo>
                <a:lnTo>
                  <a:pt x="996315" y="330200"/>
                </a:lnTo>
                <a:lnTo>
                  <a:pt x="978916" y="292100"/>
                </a:lnTo>
                <a:lnTo>
                  <a:pt x="958088" y="254000"/>
                </a:lnTo>
                <a:lnTo>
                  <a:pt x="934085" y="215900"/>
                </a:lnTo>
                <a:lnTo>
                  <a:pt x="907034" y="177800"/>
                </a:lnTo>
                <a:lnTo>
                  <a:pt x="877316" y="139700"/>
                </a:lnTo>
                <a:lnTo>
                  <a:pt x="844931" y="114300"/>
                </a:lnTo>
                <a:lnTo>
                  <a:pt x="810133" y="88900"/>
                </a:lnTo>
                <a:lnTo>
                  <a:pt x="773049" y="63500"/>
                </a:lnTo>
                <a:lnTo>
                  <a:pt x="733933" y="38100"/>
                </a:lnTo>
                <a:lnTo>
                  <a:pt x="693039" y="25400"/>
                </a:lnTo>
                <a:lnTo>
                  <a:pt x="685800" y="23253"/>
                </a:lnTo>
                <a:lnTo>
                  <a:pt x="685800" y="508000"/>
                </a:lnTo>
                <a:lnTo>
                  <a:pt x="679831" y="558800"/>
                </a:lnTo>
                <a:lnTo>
                  <a:pt x="662813" y="596900"/>
                </a:lnTo>
                <a:lnTo>
                  <a:pt x="636270" y="635000"/>
                </a:lnTo>
                <a:lnTo>
                  <a:pt x="601726" y="660400"/>
                </a:lnTo>
                <a:lnTo>
                  <a:pt x="560578" y="673100"/>
                </a:lnTo>
                <a:lnTo>
                  <a:pt x="468249" y="673100"/>
                </a:lnTo>
                <a:lnTo>
                  <a:pt x="427101" y="660400"/>
                </a:lnTo>
                <a:lnTo>
                  <a:pt x="392557" y="635000"/>
                </a:lnTo>
                <a:lnTo>
                  <a:pt x="366014" y="596900"/>
                </a:lnTo>
                <a:lnTo>
                  <a:pt x="348996" y="558800"/>
                </a:lnTo>
                <a:lnTo>
                  <a:pt x="342900" y="508000"/>
                </a:lnTo>
                <a:lnTo>
                  <a:pt x="348996" y="457200"/>
                </a:lnTo>
                <a:lnTo>
                  <a:pt x="366014" y="419100"/>
                </a:lnTo>
                <a:lnTo>
                  <a:pt x="392557" y="381000"/>
                </a:lnTo>
                <a:lnTo>
                  <a:pt x="427101" y="355600"/>
                </a:lnTo>
                <a:lnTo>
                  <a:pt x="468249" y="342900"/>
                </a:lnTo>
                <a:lnTo>
                  <a:pt x="514350" y="330200"/>
                </a:lnTo>
                <a:lnTo>
                  <a:pt x="560578" y="342900"/>
                </a:lnTo>
                <a:lnTo>
                  <a:pt x="601726" y="355600"/>
                </a:lnTo>
                <a:lnTo>
                  <a:pt x="636270" y="381000"/>
                </a:lnTo>
                <a:lnTo>
                  <a:pt x="662813" y="419100"/>
                </a:lnTo>
                <a:lnTo>
                  <a:pt x="679831" y="457200"/>
                </a:lnTo>
                <a:lnTo>
                  <a:pt x="685800" y="508000"/>
                </a:lnTo>
                <a:lnTo>
                  <a:pt x="685800" y="23253"/>
                </a:lnTo>
                <a:lnTo>
                  <a:pt x="650367" y="12700"/>
                </a:lnTo>
                <a:lnTo>
                  <a:pt x="606298" y="0"/>
                </a:lnTo>
                <a:lnTo>
                  <a:pt x="422529" y="0"/>
                </a:lnTo>
                <a:lnTo>
                  <a:pt x="378460" y="12700"/>
                </a:lnTo>
                <a:lnTo>
                  <a:pt x="335788" y="25400"/>
                </a:lnTo>
                <a:lnTo>
                  <a:pt x="294894" y="38100"/>
                </a:lnTo>
                <a:lnTo>
                  <a:pt x="255778" y="63500"/>
                </a:lnTo>
                <a:lnTo>
                  <a:pt x="218694" y="88900"/>
                </a:lnTo>
                <a:lnTo>
                  <a:pt x="183896" y="114300"/>
                </a:lnTo>
                <a:lnTo>
                  <a:pt x="151511" y="139700"/>
                </a:lnTo>
                <a:lnTo>
                  <a:pt x="121666" y="177800"/>
                </a:lnTo>
                <a:lnTo>
                  <a:pt x="94742" y="215900"/>
                </a:lnTo>
                <a:lnTo>
                  <a:pt x="70739" y="254000"/>
                </a:lnTo>
                <a:lnTo>
                  <a:pt x="49911" y="292100"/>
                </a:lnTo>
                <a:lnTo>
                  <a:pt x="32512" y="330200"/>
                </a:lnTo>
                <a:lnTo>
                  <a:pt x="18542" y="368300"/>
                </a:lnTo>
                <a:lnTo>
                  <a:pt x="8382" y="419100"/>
                </a:lnTo>
                <a:lnTo>
                  <a:pt x="2159" y="457200"/>
                </a:lnTo>
                <a:lnTo>
                  <a:pt x="0" y="508000"/>
                </a:lnTo>
                <a:lnTo>
                  <a:pt x="2540" y="558800"/>
                </a:lnTo>
                <a:lnTo>
                  <a:pt x="10033" y="609600"/>
                </a:lnTo>
                <a:lnTo>
                  <a:pt x="22098" y="660400"/>
                </a:lnTo>
                <a:lnTo>
                  <a:pt x="38481" y="698500"/>
                </a:lnTo>
                <a:lnTo>
                  <a:pt x="59055" y="749300"/>
                </a:lnTo>
                <a:lnTo>
                  <a:pt x="83566" y="787400"/>
                </a:lnTo>
                <a:lnTo>
                  <a:pt x="111633" y="825500"/>
                </a:lnTo>
                <a:lnTo>
                  <a:pt x="143129" y="863600"/>
                </a:lnTo>
                <a:lnTo>
                  <a:pt x="177800" y="889000"/>
                </a:lnTo>
                <a:lnTo>
                  <a:pt x="215392" y="927100"/>
                </a:lnTo>
                <a:lnTo>
                  <a:pt x="255651" y="952500"/>
                </a:lnTo>
                <a:lnTo>
                  <a:pt x="298196" y="977900"/>
                </a:lnTo>
                <a:lnTo>
                  <a:pt x="342900" y="990600"/>
                </a:lnTo>
                <a:lnTo>
                  <a:pt x="342900" y="3111500"/>
                </a:lnTo>
                <a:lnTo>
                  <a:pt x="298196" y="3124200"/>
                </a:lnTo>
                <a:lnTo>
                  <a:pt x="255651" y="3149600"/>
                </a:lnTo>
                <a:lnTo>
                  <a:pt x="215392" y="3175000"/>
                </a:lnTo>
                <a:lnTo>
                  <a:pt x="177800" y="3213100"/>
                </a:lnTo>
                <a:lnTo>
                  <a:pt x="143129" y="3238500"/>
                </a:lnTo>
                <a:lnTo>
                  <a:pt x="111633" y="3276600"/>
                </a:lnTo>
                <a:lnTo>
                  <a:pt x="83566" y="3314700"/>
                </a:lnTo>
                <a:lnTo>
                  <a:pt x="59055" y="3352800"/>
                </a:lnTo>
                <a:lnTo>
                  <a:pt x="38481" y="3403600"/>
                </a:lnTo>
                <a:lnTo>
                  <a:pt x="22098" y="3441700"/>
                </a:lnTo>
                <a:lnTo>
                  <a:pt x="10033" y="3492500"/>
                </a:lnTo>
                <a:lnTo>
                  <a:pt x="2540" y="3543300"/>
                </a:lnTo>
                <a:lnTo>
                  <a:pt x="0" y="3594100"/>
                </a:lnTo>
                <a:lnTo>
                  <a:pt x="2159" y="3644900"/>
                </a:lnTo>
                <a:lnTo>
                  <a:pt x="8382" y="3683000"/>
                </a:lnTo>
                <a:lnTo>
                  <a:pt x="18542" y="3733800"/>
                </a:lnTo>
                <a:lnTo>
                  <a:pt x="32512" y="3771900"/>
                </a:lnTo>
                <a:lnTo>
                  <a:pt x="49911" y="3810000"/>
                </a:lnTo>
                <a:lnTo>
                  <a:pt x="70739" y="3848100"/>
                </a:lnTo>
                <a:lnTo>
                  <a:pt x="94742" y="3886200"/>
                </a:lnTo>
                <a:lnTo>
                  <a:pt x="121666" y="3924300"/>
                </a:lnTo>
                <a:lnTo>
                  <a:pt x="151511" y="3962400"/>
                </a:lnTo>
                <a:lnTo>
                  <a:pt x="183896" y="3987800"/>
                </a:lnTo>
                <a:lnTo>
                  <a:pt x="218694" y="4013200"/>
                </a:lnTo>
                <a:lnTo>
                  <a:pt x="255778" y="4038600"/>
                </a:lnTo>
                <a:lnTo>
                  <a:pt x="294894" y="4064000"/>
                </a:lnTo>
                <a:lnTo>
                  <a:pt x="335788" y="4076700"/>
                </a:lnTo>
                <a:lnTo>
                  <a:pt x="378460" y="4089400"/>
                </a:lnTo>
                <a:lnTo>
                  <a:pt x="422529" y="4102100"/>
                </a:lnTo>
                <a:lnTo>
                  <a:pt x="606298" y="4102100"/>
                </a:lnTo>
                <a:lnTo>
                  <a:pt x="650367" y="4089400"/>
                </a:lnTo>
                <a:lnTo>
                  <a:pt x="693039" y="4076700"/>
                </a:lnTo>
                <a:lnTo>
                  <a:pt x="733933" y="4064000"/>
                </a:lnTo>
                <a:lnTo>
                  <a:pt x="773049" y="4038600"/>
                </a:lnTo>
                <a:lnTo>
                  <a:pt x="810133" y="4013200"/>
                </a:lnTo>
                <a:lnTo>
                  <a:pt x="844931" y="3987800"/>
                </a:lnTo>
                <a:lnTo>
                  <a:pt x="877316" y="3962400"/>
                </a:lnTo>
                <a:lnTo>
                  <a:pt x="907034" y="3924300"/>
                </a:lnTo>
                <a:lnTo>
                  <a:pt x="934085" y="3886200"/>
                </a:lnTo>
                <a:lnTo>
                  <a:pt x="958088" y="3848100"/>
                </a:lnTo>
                <a:lnTo>
                  <a:pt x="978916" y="3810000"/>
                </a:lnTo>
                <a:lnTo>
                  <a:pt x="996315" y="3771900"/>
                </a:lnTo>
                <a:lnTo>
                  <a:pt x="1010285" y="3733800"/>
                </a:lnTo>
                <a:lnTo>
                  <a:pt x="1020445" y="3683000"/>
                </a:lnTo>
                <a:lnTo>
                  <a:pt x="1026668" y="3644900"/>
                </a:lnTo>
                <a:lnTo>
                  <a:pt x="1028700" y="3594100"/>
                </a:lnTo>
                <a:lnTo>
                  <a:pt x="1026287" y="3543300"/>
                </a:lnTo>
                <a:lnTo>
                  <a:pt x="1018794" y="3492500"/>
                </a:lnTo>
                <a:lnTo>
                  <a:pt x="1006729" y="3441700"/>
                </a:lnTo>
                <a:lnTo>
                  <a:pt x="995807" y="3416300"/>
                </a:lnTo>
                <a:lnTo>
                  <a:pt x="990346" y="3403600"/>
                </a:lnTo>
                <a:lnTo>
                  <a:pt x="969772" y="3352800"/>
                </a:lnTo>
                <a:lnTo>
                  <a:pt x="945261" y="3314700"/>
                </a:lnTo>
                <a:lnTo>
                  <a:pt x="917194" y="3276600"/>
                </a:lnTo>
                <a:lnTo>
                  <a:pt x="885698" y="3238500"/>
                </a:lnTo>
                <a:lnTo>
                  <a:pt x="851027" y="3213100"/>
                </a:lnTo>
                <a:lnTo>
                  <a:pt x="813435" y="3175000"/>
                </a:lnTo>
                <a:lnTo>
                  <a:pt x="773176" y="3149600"/>
                </a:lnTo>
                <a:lnTo>
                  <a:pt x="730631" y="3124200"/>
                </a:lnTo>
                <a:lnTo>
                  <a:pt x="685800" y="3111500"/>
                </a:lnTo>
                <a:lnTo>
                  <a:pt x="685800" y="3594100"/>
                </a:lnTo>
                <a:lnTo>
                  <a:pt x="679831" y="3644900"/>
                </a:lnTo>
                <a:lnTo>
                  <a:pt x="662813" y="3683000"/>
                </a:lnTo>
                <a:lnTo>
                  <a:pt x="636270" y="3721100"/>
                </a:lnTo>
                <a:lnTo>
                  <a:pt x="601726" y="3746500"/>
                </a:lnTo>
                <a:lnTo>
                  <a:pt x="560578" y="3759200"/>
                </a:lnTo>
                <a:lnTo>
                  <a:pt x="468249" y="3759200"/>
                </a:lnTo>
                <a:lnTo>
                  <a:pt x="427101" y="3746500"/>
                </a:lnTo>
                <a:lnTo>
                  <a:pt x="392557" y="3721100"/>
                </a:lnTo>
                <a:lnTo>
                  <a:pt x="366014" y="3683000"/>
                </a:lnTo>
                <a:lnTo>
                  <a:pt x="348996" y="3644900"/>
                </a:lnTo>
                <a:lnTo>
                  <a:pt x="342900" y="3594100"/>
                </a:lnTo>
                <a:lnTo>
                  <a:pt x="348996" y="3543300"/>
                </a:lnTo>
                <a:lnTo>
                  <a:pt x="366014" y="3505200"/>
                </a:lnTo>
                <a:lnTo>
                  <a:pt x="392557" y="3467100"/>
                </a:lnTo>
                <a:lnTo>
                  <a:pt x="427101" y="3441700"/>
                </a:lnTo>
                <a:lnTo>
                  <a:pt x="468249" y="3429000"/>
                </a:lnTo>
                <a:lnTo>
                  <a:pt x="514350" y="3416300"/>
                </a:lnTo>
                <a:lnTo>
                  <a:pt x="560578" y="3429000"/>
                </a:lnTo>
                <a:lnTo>
                  <a:pt x="601726" y="3441700"/>
                </a:lnTo>
                <a:lnTo>
                  <a:pt x="636270" y="3467100"/>
                </a:lnTo>
                <a:lnTo>
                  <a:pt x="662813" y="3505200"/>
                </a:lnTo>
                <a:lnTo>
                  <a:pt x="679831" y="3543300"/>
                </a:lnTo>
                <a:lnTo>
                  <a:pt x="685800" y="3594100"/>
                </a:lnTo>
                <a:lnTo>
                  <a:pt x="685800" y="3111500"/>
                </a:lnTo>
                <a:lnTo>
                  <a:pt x="685800" y="2374900"/>
                </a:lnTo>
                <a:lnTo>
                  <a:pt x="721233" y="2413000"/>
                </a:lnTo>
                <a:lnTo>
                  <a:pt x="758063" y="2438400"/>
                </a:lnTo>
                <a:lnTo>
                  <a:pt x="796163" y="2476500"/>
                </a:lnTo>
                <a:lnTo>
                  <a:pt x="835660" y="2501900"/>
                </a:lnTo>
                <a:lnTo>
                  <a:pt x="876300" y="2527300"/>
                </a:lnTo>
                <a:lnTo>
                  <a:pt x="918210" y="2552700"/>
                </a:lnTo>
                <a:lnTo>
                  <a:pt x="961263" y="2578100"/>
                </a:lnTo>
                <a:lnTo>
                  <a:pt x="1005332" y="2603500"/>
                </a:lnTo>
                <a:lnTo>
                  <a:pt x="1050544" y="2628900"/>
                </a:lnTo>
                <a:lnTo>
                  <a:pt x="1096645" y="2654300"/>
                </a:lnTo>
                <a:lnTo>
                  <a:pt x="1290193" y="2705100"/>
                </a:lnTo>
                <a:lnTo>
                  <a:pt x="1391666" y="2730500"/>
                </a:lnTo>
                <a:lnTo>
                  <a:pt x="2089658" y="2730500"/>
                </a:lnTo>
                <a:lnTo>
                  <a:pt x="2108200" y="2781300"/>
                </a:lnTo>
                <a:lnTo>
                  <a:pt x="2130679" y="2819400"/>
                </a:lnTo>
                <a:lnTo>
                  <a:pt x="2156968" y="2870200"/>
                </a:lnTo>
                <a:lnTo>
                  <a:pt x="2186559" y="2908300"/>
                </a:lnTo>
                <a:lnTo>
                  <a:pt x="2219452" y="2933700"/>
                </a:lnTo>
                <a:lnTo>
                  <a:pt x="2255393" y="2971800"/>
                </a:lnTo>
                <a:lnTo>
                  <a:pt x="2294128" y="2997200"/>
                </a:lnTo>
                <a:lnTo>
                  <a:pt x="2335403" y="3022600"/>
                </a:lnTo>
                <a:lnTo>
                  <a:pt x="2378964" y="3035300"/>
                </a:lnTo>
                <a:lnTo>
                  <a:pt x="2424684" y="3060700"/>
                </a:lnTo>
                <a:lnTo>
                  <a:pt x="2472182" y="3073400"/>
                </a:lnTo>
                <a:lnTo>
                  <a:pt x="2663698" y="3073400"/>
                </a:lnTo>
                <a:lnTo>
                  <a:pt x="2707767" y="3060700"/>
                </a:lnTo>
                <a:lnTo>
                  <a:pt x="2750439" y="3048000"/>
                </a:lnTo>
                <a:lnTo>
                  <a:pt x="2791333" y="3035300"/>
                </a:lnTo>
                <a:lnTo>
                  <a:pt x="2830449" y="3009900"/>
                </a:lnTo>
                <a:lnTo>
                  <a:pt x="2867533" y="2984500"/>
                </a:lnTo>
                <a:lnTo>
                  <a:pt x="2902331" y="2959100"/>
                </a:lnTo>
                <a:lnTo>
                  <a:pt x="2934716" y="2933700"/>
                </a:lnTo>
                <a:lnTo>
                  <a:pt x="2964434" y="2895600"/>
                </a:lnTo>
                <a:lnTo>
                  <a:pt x="2991485" y="2857500"/>
                </a:lnTo>
                <a:lnTo>
                  <a:pt x="3015488" y="2819400"/>
                </a:lnTo>
                <a:lnTo>
                  <a:pt x="3036316" y="2781300"/>
                </a:lnTo>
                <a:lnTo>
                  <a:pt x="3053715" y="2743200"/>
                </a:lnTo>
                <a:lnTo>
                  <a:pt x="3067685" y="2705100"/>
                </a:lnTo>
                <a:lnTo>
                  <a:pt x="3077845" y="2654300"/>
                </a:lnTo>
                <a:lnTo>
                  <a:pt x="3084068" y="2616200"/>
                </a:lnTo>
                <a:lnTo>
                  <a:pt x="3086100" y="256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371" y="1487357"/>
            <a:ext cx="14211553" cy="819004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7348" y="3775963"/>
            <a:ext cx="8366759" cy="200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0" b="1" spc="-145" dirty="0">
                <a:latin typeface="Arial"/>
                <a:cs typeface="Arial"/>
              </a:rPr>
              <a:t>Let's</a:t>
            </a:r>
            <a:r>
              <a:rPr sz="13000" b="1" spc="-910" dirty="0">
                <a:latin typeface="Arial"/>
                <a:cs typeface="Arial"/>
              </a:rPr>
              <a:t> </a:t>
            </a:r>
            <a:r>
              <a:rPr sz="13000" b="1" spc="75" dirty="0">
                <a:latin typeface="Arial"/>
                <a:cs typeface="Arial"/>
              </a:rPr>
              <a:t>Git</a:t>
            </a:r>
            <a:r>
              <a:rPr sz="13000" b="1" spc="-500" dirty="0">
                <a:latin typeface="Arial"/>
                <a:cs typeface="Arial"/>
              </a:rPr>
              <a:t> </a:t>
            </a:r>
            <a:r>
              <a:rPr sz="13000" b="1" spc="-25" dirty="0">
                <a:latin typeface="Arial"/>
                <a:cs typeface="Arial"/>
              </a:rPr>
              <a:t>it!</a:t>
            </a:r>
            <a:endParaRPr sz="1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8923" y="2658493"/>
            <a:ext cx="6122924" cy="762850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Are</a:t>
            </a:r>
            <a:r>
              <a:rPr spc="-2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you</a:t>
            </a:r>
            <a:r>
              <a:rPr spc="-2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ready?</a:t>
            </a:r>
          </a:p>
        </p:txBody>
      </p:sp>
      <p:sp>
        <p:nvSpPr>
          <p:cNvPr id="5" name="object 5"/>
          <p:cNvSpPr/>
          <p:nvPr/>
        </p:nvSpPr>
        <p:spPr>
          <a:xfrm>
            <a:off x="1965579" y="1569719"/>
            <a:ext cx="1825625" cy="1824989"/>
          </a:xfrm>
          <a:custGeom>
            <a:avLst/>
            <a:gdLst/>
            <a:ahLst/>
            <a:cxnLst/>
            <a:rect l="l" t="t" r="r" b="b"/>
            <a:pathLst>
              <a:path w="1825625" h="1824989">
                <a:moveTo>
                  <a:pt x="910716" y="0"/>
                </a:moveTo>
                <a:lnTo>
                  <a:pt x="866520" y="8635"/>
                </a:lnTo>
                <a:lnTo>
                  <a:pt x="827658" y="34416"/>
                </a:lnTo>
                <a:lnTo>
                  <a:pt x="662177" y="199898"/>
                </a:lnTo>
                <a:lnTo>
                  <a:pt x="872108" y="409701"/>
                </a:lnTo>
                <a:lnTo>
                  <a:pt x="909573" y="402589"/>
                </a:lnTo>
                <a:lnTo>
                  <a:pt x="947546" y="405764"/>
                </a:lnTo>
                <a:lnTo>
                  <a:pt x="983614" y="419226"/>
                </a:lnTo>
                <a:lnTo>
                  <a:pt x="1015619" y="443229"/>
                </a:lnTo>
                <a:lnTo>
                  <a:pt x="1039621" y="475360"/>
                </a:lnTo>
                <a:lnTo>
                  <a:pt x="1053210" y="511809"/>
                </a:lnTo>
                <a:lnTo>
                  <a:pt x="1056258" y="550036"/>
                </a:lnTo>
                <a:lnTo>
                  <a:pt x="1048765" y="587755"/>
                </a:lnTo>
                <a:lnTo>
                  <a:pt x="1251077" y="790066"/>
                </a:lnTo>
                <a:lnTo>
                  <a:pt x="1288795" y="782574"/>
                </a:lnTo>
                <a:lnTo>
                  <a:pt x="1327022" y="785622"/>
                </a:lnTo>
                <a:lnTo>
                  <a:pt x="1363471" y="799083"/>
                </a:lnTo>
                <a:lnTo>
                  <a:pt x="1395603" y="823213"/>
                </a:lnTo>
                <a:lnTo>
                  <a:pt x="1421892" y="859408"/>
                </a:lnTo>
                <a:lnTo>
                  <a:pt x="1434972" y="900683"/>
                </a:lnTo>
                <a:lnTo>
                  <a:pt x="1434972" y="943482"/>
                </a:lnTo>
                <a:lnTo>
                  <a:pt x="1421892" y="984630"/>
                </a:lnTo>
                <a:lnTo>
                  <a:pt x="1395603" y="1020952"/>
                </a:lnTo>
                <a:lnTo>
                  <a:pt x="1359281" y="1047114"/>
                </a:lnTo>
                <a:lnTo>
                  <a:pt x="1318133" y="1060323"/>
                </a:lnTo>
                <a:lnTo>
                  <a:pt x="1275333" y="1060323"/>
                </a:lnTo>
                <a:lnTo>
                  <a:pt x="1234058" y="1047114"/>
                </a:lnTo>
                <a:lnTo>
                  <a:pt x="1197737" y="1020952"/>
                </a:lnTo>
                <a:lnTo>
                  <a:pt x="1172718" y="986916"/>
                </a:lnTo>
                <a:lnTo>
                  <a:pt x="1159383" y="948435"/>
                </a:lnTo>
                <a:lnTo>
                  <a:pt x="1157604" y="908176"/>
                </a:lnTo>
                <a:lnTo>
                  <a:pt x="1167383" y="868806"/>
                </a:lnTo>
                <a:lnTo>
                  <a:pt x="978662" y="680211"/>
                </a:lnTo>
                <a:lnTo>
                  <a:pt x="978662" y="1176654"/>
                </a:lnTo>
                <a:lnTo>
                  <a:pt x="1015619" y="1203071"/>
                </a:lnTo>
                <a:lnTo>
                  <a:pt x="1041907" y="1239393"/>
                </a:lnTo>
                <a:lnTo>
                  <a:pt x="1054989" y="1280540"/>
                </a:lnTo>
                <a:lnTo>
                  <a:pt x="1054989" y="1323339"/>
                </a:lnTo>
                <a:lnTo>
                  <a:pt x="1041907" y="1364614"/>
                </a:lnTo>
                <a:lnTo>
                  <a:pt x="1015619" y="1400936"/>
                </a:lnTo>
                <a:lnTo>
                  <a:pt x="979296" y="1427099"/>
                </a:lnTo>
                <a:lnTo>
                  <a:pt x="938148" y="1440179"/>
                </a:lnTo>
                <a:lnTo>
                  <a:pt x="895350" y="1440179"/>
                </a:lnTo>
                <a:lnTo>
                  <a:pt x="854201" y="1427099"/>
                </a:lnTo>
                <a:lnTo>
                  <a:pt x="817879" y="1400936"/>
                </a:lnTo>
                <a:lnTo>
                  <a:pt x="791718" y="1364614"/>
                </a:lnTo>
                <a:lnTo>
                  <a:pt x="778509" y="1323339"/>
                </a:lnTo>
                <a:lnTo>
                  <a:pt x="778509" y="1280540"/>
                </a:lnTo>
                <a:lnTo>
                  <a:pt x="791718" y="1239393"/>
                </a:lnTo>
                <a:lnTo>
                  <a:pt x="828420" y="1193546"/>
                </a:lnTo>
                <a:lnTo>
                  <a:pt x="863600" y="1172590"/>
                </a:lnTo>
                <a:lnTo>
                  <a:pt x="863600" y="671449"/>
                </a:lnTo>
                <a:lnTo>
                  <a:pt x="817879" y="640969"/>
                </a:lnTo>
                <a:lnTo>
                  <a:pt x="792733" y="606805"/>
                </a:lnTo>
                <a:lnTo>
                  <a:pt x="779398" y="568071"/>
                </a:lnTo>
                <a:lnTo>
                  <a:pt x="777747" y="527557"/>
                </a:lnTo>
                <a:lnTo>
                  <a:pt x="787781" y="488060"/>
                </a:lnTo>
                <a:lnTo>
                  <a:pt x="580897" y="281177"/>
                </a:lnTo>
                <a:lnTo>
                  <a:pt x="34543" y="827531"/>
                </a:lnTo>
                <a:lnTo>
                  <a:pt x="8635" y="866394"/>
                </a:lnTo>
                <a:lnTo>
                  <a:pt x="0" y="910589"/>
                </a:lnTo>
                <a:lnTo>
                  <a:pt x="8635" y="954912"/>
                </a:lnTo>
                <a:lnTo>
                  <a:pt x="34543" y="993775"/>
                </a:lnTo>
                <a:lnTo>
                  <a:pt x="831341" y="1790573"/>
                </a:lnTo>
                <a:lnTo>
                  <a:pt x="870203" y="1816353"/>
                </a:lnTo>
                <a:lnTo>
                  <a:pt x="914400" y="1824989"/>
                </a:lnTo>
                <a:lnTo>
                  <a:pt x="958595" y="1816353"/>
                </a:lnTo>
                <a:lnTo>
                  <a:pt x="997584" y="1790573"/>
                </a:lnTo>
                <a:lnTo>
                  <a:pt x="1790699" y="997457"/>
                </a:lnTo>
                <a:lnTo>
                  <a:pt x="1816481" y="958596"/>
                </a:lnTo>
                <a:lnTo>
                  <a:pt x="1825117" y="914273"/>
                </a:lnTo>
                <a:lnTo>
                  <a:pt x="1816481" y="870076"/>
                </a:lnTo>
                <a:lnTo>
                  <a:pt x="1790699" y="831214"/>
                </a:lnTo>
                <a:lnTo>
                  <a:pt x="993775" y="34416"/>
                </a:lnTo>
                <a:lnTo>
                  <a:pt x="955039" y="8635"/>
                </a:lnTo>
                <a:lnTo>
                  <a:pt x="910716" y="0"/>
                </a:lnTo>
                <a:close/>
              </a:path>
            </a:pathLst>
          </a:custGeom>
          <a:solidFill>
            <a:srgbClr val="DE4A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4276" y="7095997"/>
            <a:ext cx="1847850" cy="1791335"/>
          </a:xfrm>
          <a:custGeom>
            <a:avLst/>
            <a:gdLst/>
            <a:ahLst/>
            <a:cxnLst/>
            <a:rect l="l" t="t" r="r" b="b"/>
            <a:pathLst>
              <a:path w="1847850" h="1791334">
                <a:moveTo>
                  <a:pt x="923925" y="0"/>
                </a:moveTo>
                <a:lnTo>
                  <a:pt x="876554" y="1143"/>
                </a:lnTo>
                <a:lnTo>
                  <a:pt x="829691" y="4825"/>
                </a:lnTo>
                <a:lnTo>
                  <a:pt x="783590" y="10668"/>
                </a:lnTo>
                <a:lnTo>
                  <a:pt x="738251" y="18795"/>
                </a:lnTo>
                <a:lnTo>
                  <a:pt x="693674" y="29209"/>
                </a:lnTo>
                <a:lnTo>
                  <a:pt x="649859" y="41656"/>
                </a:lnTo>
                <a:lnTo>
                  <a:pt x="607060" y="56260"/>
                </a:lnTo>
                <a:lnTo>
                  <a:pt x="565150" y="72897"/>
                </a:lnTo>
                <a:lnTo>
                  <a:pt x="524256" y="91439"/>
                </a:lnTo>
                <a:lnTo>
                  <a:pt x="484378" y="112013"/>
                </a:lnTo>
                <a:lnTo>
                  <a:pt x="445769" y="134365"/>
                </a:lnTo>
                <a:lnTo>
                  <a:pt x="408178" y="158369"/>
                </a:lnTo>
                <a:lnTo>
                  <a:pt x="371982" y="184276"/>
                </a:lnTo>
                <a:lnTo>
                  <a:pt x="337057" y="211708"/>
                </a:lnTo>
                <a:lnTo>
                  <a:pt x="303530" y="240919"/>
                </a:lnTo>
                <a:lnTo>
                  <a:pt x="271399" y="271525"/>
                </a:lnTo>
                <a:lnTo>
                  <a:pt x="240665" y="303656"/>
                </a:lnTo>
                <a:lnTo>
                  <a:pt x="211581" y="337312"/>
                </a:lnTo>
                <a:lnTo>
                  <a:pt x="184150" y="372237"/>
                </a:lnTo>
                <a:lnTo>
                  <a:pt x="158242" y="408558"/>
                </a:lnTo>
                <a:lnTo>
                  <a:pt x="134238" y="446024"/>
                </a:lnTo>
                <a:lnTo>
                  <a:pt x="111887" y="484758"/>
                </a:lnTo>
                <a:lnTo>
                  <a:pt x="91440" y="524637"/>
                </a:lnTo>
                <a:lnTo>
                  <a:pt x="72898" y="565531"/>
                </a:lnTo>
                <a:lnTo>
                  <a:pt x="56261" y="607440"/>
                </a:lnTo>
                <a:lnTo>
                  <a:pt x="41656" y="650366"/>
                </a:lnTo>
                <a:lnTo>
                  <a:pt x="29210" y="694182"/>
                </a:lnTo>
                <a:lnTo>
                  <a:pt x="18796" y="738758"/>
                </a:lnTo>
                <a:lnTo>
                  <a:pt x="10668" y="784225"/>
                </a:lnTo>
                <a:lnTo>
                  <a:pt x="4699" y="830326"/>
                </a:lnTo>
                <a:lnTo>
                  <a:pt x="1143" y="877062"/>
                </a:lnTo>
                <a:lnTo>
                  <a:pt x="0" y="924432"/>
                </a:lnTo>
                <a:lnTo>
                  <a:pt x="1269" y="975359"/>
                </a:lnTo>
                <a:lnTo>
                  <a:pt x="5461" y="1025525"/>
                </a:lnTo>
                <a:lnTo>
                  <a:pt x="12192" y="1074927"/>
                </a:lnTo>
                <a:lnTo>
                  <a:pt x="21462" y="1123441"/>
                </a:lnTo>
                <a:lnTo>
                  <a:pt x="33274" y="1171066"/>
                </a:lnTo>
                <a:lnTo>
                  <a:pt x="47625" y="1217676"/>
                </a:lnTo>
                <a:lnTo>
                  <a:pt x="64135" y="1263141"/>
                </a:lnTo>
                <a:lnTo>
                  <a:pt x="83057" y="1307464"/>
                </a:lnTo>
                <a:lnTo>
                  <a:pt x="104140" y="1350645"/>
                </a:lnTo>
                <a:lnTo>
                  <a:pt x="127381" y="1392427"/>
                </a:lnTo>
                <a:lnTo>
                  <a:pt x="152526" y="1432940"/>
                </a:lnTo>
                <a:lnTo>
                  <a:pt x="179831" y="1472057"/>
                </a:lnTo>
                <a:lnTo>
                  <a:pt x="208915" y="1509649"/>
                </a:lnTo>
                <a:lnTo>
                  <a:pt x="239903" y="1545589"/>
                </a:lnTo>
                <a:lnTo>
                  <a:pt x="272669" y="1580007"/>
                </a:lnTo>
                <a:lnTo>
                  <a:pt x="307086" y="1612645"/>
                </a:lnTo>
                <a:lnTo>
                  <a:pt x="343154" y="1643507"/>
                </a:lnTo>
                <a:lnTo>
                  <a:pt x="380619" y="1672463"/>
                </a:lnTo>
                <a:lnTo>
                  <a:pt x="419735" y="1699514"/>
                </a:lnTo>
                <a:lnTo>
                  <a:pt x="460121" y="1724660"/>
                </a:lnTo>
                <a:lnTo>
                  <a:pt x="501904" y="1747774"/>
                </a:lnTo>
                <a:lnTo>
                  <a:pt x="544830" y="1768602"/>
                </a:lnTo>
                <a:lnTo>
                  <a:pt x="588899" y="1787398"/>
                </a:lnTo>
                <a:lnTo>
                  <a:pt x="613791" y="1777491"/>
                </a:lnTo>
                <a:lnTo>
                  <a:pt x="648969" y="1737487"/>
                </a:lnTo>
                <a:lnTo>
                  <a:pt x="654431" y="1540764"/>
                </a:lnTo>
                <a:lnTo>
                  <a:pt x="554355" y="1540764"/>
                </a:lnTo>
                <a:lnTo>
                  <a:pt x="501904" y="1534540"/>
                </a:lnTo>
                <a:lnTo>
                  <a:pt x="455675" y="1516760"/>
                </a:lnTo>
                <a:lnTo>
                  <a:pt x="417322" y="1488820"/>
                </a:lnTo>
                <a:lnTo>
                  <a:pt x="388747" y="1452245"/>
                </a:lnTo>
                <a:lnTo>
                  <a:pt x="365632" y="1398270"/>
                </a:lnTo>
                <a:lnTo>
                  <a:pt x="353187" y="1366139"/>
                </a:lnTo>
                <a:lnTo>
                  <a:pt x="337693" y="1334770"/>
                </a:lnTo>
                <a:lnTo>
                  <a:pt x="318007" y="1306195"/>
                </a:lnTo>
                <a:lnTo>
                  <a:pt x="292481" y="1282700"/>
                </a:lnTo>
                <a:lnTo>
                  <a:pt x="282448" y="1272158"/>
                </a:lnTo>
                <a:lnTo>
                  <a:pt x="275717" y="1258696"/>
                </a:lnTo>
                <a:lnTo>
                  <a:pt x="272542" y="1243710"/>
                </a:lnTo>
                <a:lnTo>
                  <a:pt x="273304" y="1228725"/>
                </a:lnTo>
                <a:lnTo>
                  <a:pt x="281305" y="1215263"/>
                </a:lnTo>
                <a:lnTo>
                  <a:pt x="294005" y="1204721"/>
                </a:lnTo>
                <a:lnTo>
                  <a:pt x="311657" y="1198499"/>
                </a:lnTo>
                <a:lnTo>
                  <a:pt x="334899" y="1197990"/>
                </a:lnTo>
                <a:lnTo>
                  <a:pt x="366649" y="1207515"/>
                </a:lnTo>
                <a:lnTo>
                  <a:pt x="401700" y="1228344"/>
                </a:lnTo>
                <a:lnTo>
                  <a:pt x="436118" y="1257045"/>
                </a:lnTo>
                <a:lnTo>
                  <a:pt x="487934" y="1316354"/>
                </a:lnTo>
                <a:lnTo>
                  <a:pt x="510031" y="1335658"/>
                </a:lnTo>
                <a:lnTo>
                  <a:pt x="535051" y="1347851"/>
                </a:lnTo>
                <a:lnTo>
                  <a:pt x="565785" y="1352041"/>
                </a:lnTo>
                <a:lnTo>
                  <a:pt x="610869" y="1351788"/>
                </a:lnTo>
                <a:lnTo>
                  <a:pt x="689482" y="1345564"/>
                </a:lnTo>
                <a:lnTo>
                  <a:pt x="734822" y="1306829"/>
                </a:lnTo>
                <a:lnTo>
                  <a:pt x="742950" y="1298066"/>
                </a:lnTo>
                <a:lnTo>
                  <a:pt x="687324" y="1284732"/>
                </a:lnTo>
                <a:lnTo>
                  <a:pt x="635888" y="1267714"/>
                </a:lnTo>
                <a:lnTo>
                  <a:pt x="588899" y="1247139"/>
                </a:lnTo>
                <a:lnTo>
                  <a:pt x="546481" y="1223137"/>
                </a:lnTo>
                <a:lnTo>
                  <a:pt x="508507" y="1195577"/>
                </a:lnTo>
                <a:lnTo>
                  <a:pt x="475361" y="1164716"/>
                </a:lnTo>
                <a:lnTo>
                  <a:pt x="447040" y="1130553"/>
                </a:lnTo>
                <a:lnTo>
                  <a:pt x="423544" y="1093215"/>
                </a:lnTo>
                <a:lnTo>
                  <a:pt x="405130" y="1052702"/>
                </a:lnTo>
                <a:lnTo>
                  <a:pt x="391794" y="1009141"/>
                </a:lnTo>
                <a:lnTo>
                  <a:pt x="383794" y="962532"/>
                </a:lnTo>
                <a:lnTo>
                  <a:pt x="381000" y="912876"/>
                </a:lnTo>
                <a:lnTo>
                  <a:pt x="384682" y="861059"/>
                </a:lnTo>
                <a:lnTo>
                  <a:pt x="395986" y="809878"/>
                </a:lnTo>
                <a:lnTo>
                  <a:pt x="415163" y="760221"/>
                </a:lnTo>
                <a:lnTo>
                  <a:pt x="442594" y="712596"/>
                </a:lnTo>
                <a:lnTo>
                  <a:pt x="433959" y="676782"/>
                </a:lnTo>
                <a:lnTo>
                  <a:pt x="425576" y="630554"/>
                </a:lnTo>
                <a:lnTo>
                  <a:pt x="421005" y="578738"/>
                </a:lnTo>
                <a:lnTo>
                  <a:pt x="423799" y="526288"/>
                </a:lnTo>
                <a:lnTo>
                  <a:pt x="437515" y="478154"/>
                </a:lnTo>
                <a:lnTo>
                  <a:pt x="465709" y="439165"/>
                </a:lnTo>
                <a:lnTo>
                  <a:pt x="477266" y="427608"/>
                </a:lnTo>
                <a:lnTo>
                  <a:pt x="492760" y="427608"/>
                </a:lnTo>
                <a:lnTo>
                  <a:pt x="549529" y="432181"/>
                </a:lnTo>
                <a:lnTo>
                  <a:pt x="599821" y="444626"/>
                </a:lnTo>
                <a:lnTo>
                  <a:pt x="643763" y="462533"/>
                </a:lnTo>
                <a:lnTo>
                  <a:pt x="681228" y="483234"/>
                </a:lnTo>
                <a:lnTo>
                  <a:pt x="712088" y="504570"/>
                </a:lnTo>
                <a:lnTo>
                  <a:pt x="757682" y="489712"/>
                </a:lnTo>
                <a:lnTo>
                  <a:pt x="804418" y="478663"/>
                </a:lnTo>
                <a:lnTo>
                  <a:pt x="851916" y="471169"/>
                </a:lnTo>
                <a:lnTo>
                  <a:pt x="899794" y="467487"/>
                </a:lnTo>
                <a:lnTo>
                  <a:pt x="947928" y="467487"/>
                </a:lnTo>
                <a:lnTo>
                  <a:pt x="995807" y="471169"/>
                </a:lnTo>
                <a:lnTo>
                  <a:pt x="1043305" y="478663"/>
                </a:lnTo>
                <a:lnTo>
                  <a:pt x="1090041" y="489712"/>
                </a:lnTo>
                <a:lnTo>
                  <a:pt x="1135634" y="504570"/>
                </a:lnTo>
                <a:lnTo>
                  <a:pt x="1164717" y="483234"/>
                </a:lnTo>
                <a:lnTo>
                  <a:pt x="1201166" y="462533"/>
                </a:lnTo>
                <a:lnTo>
                  <a:pt x="1245108" y="444626"/>
                </a:lnTo>
                <a:lnTo>
                  <a:pt x="1296416" y="432181"/>
                </a:lnTo>
                <a:lnTo>
                  <a:pt x="1355089" y="427608"/>
                </a:lnTo>
                <a:lnTo>
                  <a:pt x="1370457" y="427608"/>
                </a:lnTo>
                <a:lnTo>
                  <a:pt x="1382014" y="439165"/>
                </a:lnTo>
                <a:lnTo>
                  <a:pt x="1410208" y="479425"/>
                </a:lnTo>
                <a:lnTo>
                  <a:pt x="1423924" y="527938"/>
                </a:lnTo>
                <a:lnTo>
                  <a:pt x="1426718" y="580135"/>
                </a:lnTo>
                <a:lnTo>
                  <a:pt x="1422146" y="631444"/>
                </a:lnTo>
                <a:lnTo>
                  <a:pt x="1413764" y="677163"/>
                </a:lnTo>
                <a:lnTo>
                  <a:pt x="1405127" y="712596"/>
                </a:lnTo>
                <a:lnTo>
                  <a:pt x="1430909" y="760221"/>
                </a:lnTo>
                <a:lnTo>
                  <a:pt x="1450339" y="809878"/>
                </a:lnTo>
                <a:lnTo>
                  <a:pt x="1462404" y="861059"/>
                </a:lnTo>
                <a:lnTo>
                  <a:pt x="1466723" y="912876"/>
                </a:lnTo>
                <a:lnTo>
                  <a:pt x="1463928" y="962532"/>
                </a:lnTo>
                <a:lnTo>
                  <a:pt x="1455927" y="1009141"/>
                </a:lnTo>
                <a:lnTo>
                  <a:pt x="1442720" y="1052702"/>
                </a:lnTo>
                <a:lnTo>
                  <a:pt x="1424304" y="1093215"/>
                </a:lnTo>
                <a:lnTo>
                  <a:pt x="1401064" y="1130553"/>
                </a:lnTo>
                <a:lnTo>
                  <a:pt x="1372870" y="1164716"/>
                </a:lnTo>
                <a:lnTo>
                  <a:pt x="1339977" y="1195577"/>
                </a:lnTo>
                <a:lnTo>
                  <a:pt x="1302385" y="1223137"/>
                </a:lnTo>
                <a:lnTo>
                  <a:pt x="1260348" y="1247139"/>
                </a:lnTo>
                <a:lnTo>
                  <a:pt x="1213993" y="1267714"/>
                </a:lnTo>
                <a:lnTo>
                  <a:pt x="1163447" y="1284732"/>
                </a:lnTo>
                <a:lnTo>
                  <a:pt x="1108710" y="1298066"/>
                </a:lnTo>
                <a:lnTo>
                  <a:pt x="1140079" y="1338452"/>
                </a:lnTo>
                <a:lnTo>
                  <a:pt x="1164717" y="1383664"/>
                </a:lnTo>
                <a:lnTo>
                  <a:pt x="1182624" y="1431544"/>
                </a:lnTo>
                <a:lnTo>
                  <a:pt x="1193546" y="1479550"/>
                </a:lnTo>
                <a:lnTo>
                  <a:pt x="1197229" y="1525396"/>
                </a:lnTo>
                <a:lnTo>
                  <a:pt x="1197229" y="1714118"/>
                </a:lnTo>
                <a:lnTo>
                  <a:pt x="1202055" y="1741296"/>
                </a:lnTo>
                <a:lnTo>
                  <a:pt x="1215517" y="1764283"/>
                </a:lnTo>
                <a:lnTo>
                  <a:pt x="1236218" y="1781302"/>
                </a:lnTo>
                <a:lnTo>
                  <a:pt x="1262634" y="1791208"/>
                </a:lnTo>
                <a:lnTo>
                  <a:pt x="1306322" y="1772030"/>
                </a:lnTo>
                <a:lnTo>
                  <a:pt x="1348866" y="1750695"/>
                </a:lnTo>
                <a:lnTo>
                  <a:pt x="1390141" y="1727200"/>
                </a:lnTo>
                <a:lnTo>
                  <a:pt x="1430147" y="1701800"/>
                </a:lnTo>
                <a:lnTo>
                  <a:pt x="1468882" y="1674367"/>
                </a:lnTo>
                <a:lnTo>
                  <a:pt x="1506220" y="1645030"/>
                </a:lnTo>
                <a:lnTo>
                  <a:pt x="1541907" y="1613915"/>
                </a:lnTo>
                <a:lnTo>
                  <a:pt x="1576070" y="1581023"/>
                </a:lnTo>
                <a:lnTo>
                  <a:pt x="1608709" y="1546478"/>
                </a:lnTo>
                <a:lnTo>
                  <a:pt x="1639443" y="1510283"/>
                </a:lnTo>
                <a:lnTo>
                  <a:pt x="1668399" y="1472564"/>
                </a:lnTo>
                <a:lnTo>
                  <a:pt x="1695577" y="1433449"/>
                </a:lnTo>
                <a:lnTo>
                  <a:pt x="1720723" y="1392808"/>
                </a:lnTo>
                <a:lnTo>
                  <a:pt x="1743837" y="1350899"/>
                </a:lnTo>
                <a:lnTo>
                  <a:pt x="1764791" y="1307719"/>
                </a:lnTo>
                <a:lnTo>
                  <a:pt x="1783714" y="1263269"/>
                </a:lnTo>
                <a:lnTo>
                  <a:pt x="1800225" y="1217676"/>
                </a:lnTo>
                <a:lnTo>
                  <a:pt x="1814449" y="1171066"/>
                </a:lnTo>
                <a:lnTo>
                  <a:pt x="1826260" y="1123441"/>
                </a:lnTo>
                <a:lnTo>
                  <a:pt x="1835531" y="1074927"/>
                </a:lnTo>
                <a:lnTo>
                  <a:pt x="1842262" y="1025525"/>
                </a:lnTo>
                <a:lnTo>
                  <a:pt x="1846452" y="975359"/>
                </a:lnTo>
                <a:lnTo>
                  <a:pt x="1847850" y="924432"/>
                </a:lnTo>
                <a:lnTo>
                  <a:pt x="1846579" y="877062"/>
                </a:lnTo>
                <a:lnTo>
                  <a:pt x="1843024" y="830326"/>
                </a:lnTo>
                <a:lnTo>
                  <a:pt x="1837054" y="784225"/>
                </a:lnTo>
                <a:lnTo>
                  <a:pt x="1828927" y="738758"/>
                </a:lnTo>
                <a:lnTo>
                  <a:pt x="1818513" y="694182"/>
                </a:lnTo>
                <a:lnTo>
                  <a:pt x="1806066" y="650366"/>
                </a:lnTo>
                <a:lnTo>
                  <a:pt x="1791462" y="607440"/>
                </a:lnTo>
                <a:lnTo>
                  <a:pt x="1774825" y="565531"/>
                </a:lnTo>
                <a:lnTo>
                  <a:pt x="1756283" y="524637"/>
                </a:lnTo>
                <a:lnTo>
                  <a:pt x="1735836" y="484758"/>
                </a:lnTo>
                <a:lnTo>
                  <a:pt x="1713484" y="446024"/>
                </a:lnTo>
                <a:lnTo>
                  <a:pt x="1689481" y="408558"/>
                </a:lnTo>
                <a:lnTo>
                  <a:pt x="1663573" y="372237"/>
                </a:lnTo>
                <a:lnTo>
                  <a:pt x="1636140" y="337312"/>
                </a:lnTo>
                <a:lnTo>
                  <a:pt x="1607058" y="303656"/>
                </a:lnTo>
                <a:lnTo>
                  <a:pt x="1576324" y="271525"/>
                </a:lnTo>
                <a:lnTo>
                  <a:pt x="1544193" y="240919"/>
                </a:lnTo>
                <a:lnTo>
                  <a:pt x="1510664" y="211708"/>
                </a:lnTo>
                <a:lnTo>
                  <a:pt x="1475739" y="184276"/>
                </a:lnTo>
                <a:lnTo>
                  <a:pt x="1439545" y="158369"/>
                </a:lnTo>
                <a:lnTo>
                  <a:pt x="1401952" y="134365"/>
                </a:lnTo>
                <a:lnTo>
                  <a:pt x="1363345" y="112013"/>
                </a:lnTo>
                <a:lnTo>
                  <a:pt x="1323466" y="91439"/>
                </a:lnTo>
                <a:lnTo>
                  <a:pt x="1282573" y="72897"/>
                </a:lnTo>
                <a:lnTo>
                  <a:pt x="1240663" y="56260"/>
                </a:lnTo>
                <a:lnTo>
                  <a:pt x="1197864" y="41656"/>
                </a:lnTo>
                <a:lnTo>
                  <a:pt x="1154049" y="29209"/>
                </a:lnTo>
                <a:lnTo>
                  <a:pt x="1109472" y="18795"/>
                </a:lnTo>
                <a:lnTo>
                  <a:pt x="1064133" y="10668"/>
                </a:lnTo>
                <a:lnTo>
                  <a:pt x="1018032" y="4825"/>
                </a:lnTo>
                <a:lnTo>
                  <a:pt x="971169" y="1143"/>
                </a:lnTo>
                <a:lnTo>
                  <a:pt x="923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7425" y="1157478"/>
            <a:ext cx="1403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git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init</a:t>
            </a:r>
          </a:p>
        </p:txBody>
      </p:sp>
      <p:sp>
        <p:nvSpPr>
          <p:cNvPr id="3" name="object 3"/>
          <p:cNvSpPr/>
          <p:nvPr/>
        </p:nvSpPr>
        <p:spPr>
          <a:xfrm>
            <a:off x="1028700" y="1039367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270"/>
                </a:lnTo>
                <a:lnTo>
                  <a:pt x="367156" y="6603"/>
                </a:lnTo>
                <a:lnTo>
                  <a:pt x="324738" y="16128"/>
                </a:lnTo>
                <a:lnTo>
                  <a:pt x="283463" y="29717"/>
                </a:lnTo>
                <a:lnTo>
                  <a:pt x="243712" y="47371"/>
                </a:lnTo>
                <a:lnTo>
                  <a:pt x="205955" y="68706"/>
                </a:lnTo>
                <a:lnTo>
                  <a:pt x="170421" y="93725"/>
                </a:lnTo>
                <a:lnTo>
                  <a:pt x="137502" y="122174"/>
                </a:lnTo>
                <a:lnTo>
                  <a:pt x="107530" y="153670"/>
                </a:lnTo>
                <a:lnTo>
                  <a:pt x="80797" y="187959"/>
                </a:lnTo>
                <a:lnTo>
                  <a:pt x="57543" y="224662"/>
                </a:lnTo>
                <a:lnTo>
                  <a:pt x="37998" y="263525"/>
                </a:lnTo>
                <a:lnTo>
                  <a:pt x="22352" y="304037"/>
                </a:lnTo>
                <a:lnTo>
                  <a:pt x="10756" y="345948"/>
                </a:lnTo>
                <a:lnTo>
                  <a:pt x="3327" y="388747"/>
                </a:lnTo>
                <a:lnTo>
                  <a:pt x="127" y="432053"/>
                </a:lnTo>
                <a:lnTo>
                  <a:pt x="0" y="442975"/>
                </a:lnTo>
                <a:lnTo>
                  <a:pt x="2133" y="486409"/>
                </a:lnTo>
                <a:lnTo>
                  <a:pt x="8509" y="529335"/>
                </a:lnTo>
                <a:lnTo>
                  <a:pt x="19075" y="571500"/>
                </a:lnTo>
                <a:lnTo>
                  <a:pt x="33718" y="612393"/>
                </a:lnTo>
                <a:lnTo>
                  <a:pt x="52298" y="651763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157"/>
                </a:lnTo>
                <a:lnTo>
                  <a:pt x="161925" y="785367"/>
                </a:lnTo>
                <a:lnTo>
                  <a:pt x="196837" y="811276"/>
                </a:lnTo>
                <a:lnTo>
                  <a:pt x="234124" y="833627"/>
                </a:lnTo>
                <a:lnTo>
                  <a:pt x="273431" y="852170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792"/>
                </a:lnTo>
                <a:lnTo>
                  <a:pt x="442849" y="885825"/>
                </a:lnTo>
                <a:lnTo>
                  <a:pt x="475488" y="884681"/>
                </a:lnTo>
                <a:lnTo>
                  <a:pt x="518668" y="879348"/>
                </a:lnTo>
                <a:lnTo>
                  <a:pt x="561086" y="869823"/>
                </a:lnTo>
                <a:lnTo>
                  <a:pt x="602361" y="856233"/>
                </a:lnTo>
                <a:lnTo>
                  <a:pt x="641985" y="838580"/>
                </a:lnTo>
                <a:lnTo>
                  <a:pt x="679831" y="817117"/>
                </a:lnTo>
                <a:lnTo>
                  <a:pt x="715391" y="792099"/>
                </a:lnTo>
                <a:lnTo>
                  <a:pt x="748283" y="763777"/>
                </a:lnTo>
                <a:lnTo>
                  <a:pt x="778256" y="732281"/>
                </a:lnTo>
                <a:lnTo>
                  <a:pt x="805052" y="697991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30" y="540003"/>
                </a:lnTo>
                <a:lnTo>
                  <a:pt x="882523" y="497204"/>
                </a:lnTo>
                <a:lnTo>
                  <a:pt x="885698" y="453771"/>
                </a:lnTo>
                <a:lnTo>
                  <a:pt x="885825" y="442975"/>
                </a:lnTo>
                <a:lnTo>
                  <a:pt x="884682" y="410336"/>
                </a:lnTo>
                <a:lnTo>
                  <a:pt x="879348" y="367283"/>
                </a:lnTo>
                <a:lnTo>
                  <a:pt x="869823" y="324865"/>
                </a:lnTo>
                <a:lnTo>
                  <a:pt x="856107" y="283590"/>
                </a:lnTo>
                <a:lnTo>
                  <a:pt x="838581" y="243839"/>
                </a:lnTo>
                <a:lnTo>
                  <a:pt x="817118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5" y="107568"/>
                </a:lnTo>
                <a:lnTo>
                  <a:pt x="697992" y="80899"/>
                </a:lnTo>
                <a:lnTo>
                  <a:pt x="661288" y="57530"/>
                </a:lnTo>
                <a:lnTo>
                  <a:pt x="622426" y="38100"/>
                </a:lnTo>
                <a:lnTo>
                  <a:pt x="581787" y="22351"/>
                </a:lnTo>
                <a:lnTo>
                  <a:pt x="540004" y="10795"/>
                </a:lnTo>
                <a:lnTo>
                  <a:pt x="497078" y="3428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57425" y="2571368"/>
            <a:ext cx="2241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110" dirty="0">
                <a:latin typeface="Arial"/>
                <a:cs typeface="Arial"/>
              </a:rPr>
              <a:t> </a:t>
            </a:r>
            <a:r>
              <a:rPr sz="3600" b="1" spc="50" dirty="0">
                <a:latin typeface="Arial"/>
                <a:cs typeface="Arial"/>
              </a:rPr>
              <a:t>add</a:t>
            </a:r>
            <a:r>
              <a:rPr sz="3600" b="1" spc="15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-</a:t>
            </a:r>
            <a:r>
              <a:rPr sz="3600" b="1" spc="-305" dirty="0">
                <a:latin typeface="Arial"/>
                <a:cs typeface="Arial"/>
              </a:rPr>
              <a:t> </a:t>
            </a:r>
            <a:r>
              <a:rPr sz="3600" b="1" spc="-50" dirty="0"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700" y="2453258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143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718"/>
                </a:lnTo>
                <a:lnTo>
                  <a:pt x="243712" y="47244"/>
                </a:lnTo>
                <a:lnTo>
                  <a:pt x="205955" y="68707"/>
                </a:lnTo>
                <a:lnTo>
                  <a:pt x="170421" y="93725"/>
                </a:lnTo>
                <a:lnTo>
                  <a:pt x="137502" y="122174"/>
                </a:lnTo>
                <a:lnTo>
                  <a:pt x="107530" y="153543"/>
                </a:lnTo>
                <a:lnTo>
                  <a:pt x="80797" y="187833"/>
                </a:lnTo>
                <a:lnTo>
                  <a:pt x="57543" y="224536"/>
                </a:lnTo>
                <a:lnTo>
                  <a:pt x="37998" y="263398"/>
                </a:lnTo>
                <a:lnTo>
                  <a:pt x="22352" y="303911"/>
                </a:lnTo>
                <a:lnTo>
                  <a:pt x="10756" y="345821"/>
                </a:lnTo>
                <a:lnTo>
                  <a:pt x="3327" y="388620"/>
                </a:lnTo>
                <a:lnTo>
                  <a:pt x="127" y="432054"/>
                </a:lnTo>
                <a:lnTo>
                  <a:pt x="0" y="442849"/>
                </a:lnTo>
                <a:lnTo>
                  <a:pt x="2133" y="486283"/>
                </a:lnTo>
                <a:lnTo>
                  <a:pt x="8509" y="529336"/>
                </a:lnTo>
                <a:lnTo>
                  <a:pt x="19075" y="571500"/>
                </a:lnTo>
                <a:lnTo>
                  <a:pt x="33718" y="612394"/>
                </a:lnTo>
                <a:lnTo>
                  <a:pt x="52298" y="651637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031"/>
                </a:lnTo>
                <a:lnTo>
                  <a:pt x="161925" y="785241"/>
                </a:lnTo>
                <a:lnTo>
                  <a:pt x="196837" y="811149"/>
                </a:lnTo>
                <a:lnTo>
                  <a:pt x="234124" y="833501"/>
                </a:lnTo>
                <a:lnTo>
                  <a:pt x="273431" y="852043"/>
                </a:lnTo>
                <a:lnTo>
                  <a:pt x="314325" y="866775"/>
                </a:lnTo>
                <a:lnTo>
                  <a:pt x="356488" y="877316"/>
                </a:lnTo>
                <a:lnTo>
                  <a:pt x="399541" y="883666"/>
                </a:lnTo>
                <a:lnTo>
                  <a:pt x="442849" y="885825"/>
                </a:lnTo>
                <a:lnTo>
                  <a:pt x="475488" y="884555"/>
                </a:lnTo>
                <a:lnTo>
                  <a:pt x="518668" y="879348"/>
                </a:lnTo>
                <a:lnTo>
                  <a:pt x="561086" y="869823"/>
                </a:lnTo>
                <a:lnTo>
                  <a:pt x="602361" y="856107"/>
                </a:lnTo>
                <a:lnTo>
                  <a:pt x="641985" y="838454"/>
                </a:lnTo>
                <a:lnTo>
                  <a:pt x="679831" y="817118"/>
                </a:lnTo>
                <a:lnTo>
                  <a:pt x="715391" y="792099"/>
                </a:lnTo>
                <a:lnTo>
                  <a:pt x="748283" y="763651"/>
                </a:lnTo>
                <a:lnTo>
                  <a:pt x="778256" y="732155"/>
                </a:lnTo>
                <a:lnTo>
                  <a:pt x="805052" y="697865"/>
                </a:lnTo>
                <a:lnTo>
                  <a:pt x="828294" y="661162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30" y="539876"/>
                </a:lnTo>
                <a:lnTo>
                  <a:pt x="882523" y="497077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2" y="410337"/>
                </a:lnTo>
                <a:lnTo>
                  <a:pt x="879348" y="367157"/>
                </a:lnTo>
                <a:lnTo>
                  <a:pt x="869823" y="324739"/>
                </a:lnTo>
                <a:lnTo>
                  <a:pt x="856107" y="283464"/>
                </a:lnTo>
                <a:lnTo>
                  <a:pt x="838581" y="243713"/>
                </a:lnTo>
                <a:lnTo>
                  <a:pt x="817118" y="205994"/>
                </a:lnTo>
                <a:lnTo>
                  <a:pt x="792099" y="170434"/>
                </a:lnTo>
                <a:lnTo>
                  <a:pt x="763651" y="137541"/>
                </a:lnTo>
                <a:lnTo>
                  <a:pt x="732155" y="107569"/>
                </a:lnTo>
                <a:lnTo>
                  <a:pt x="697992" y="80772"/>
                </a:lnTo>
                <a:lnTo>
                  <a:pt x="661288" y="57531"/>
                </a:lnTo>
                <a:lnTo>
                  <a:pt x="622426" y="37973"/>
                </a:lnTo>
                <a:lnTo>
                  <a:pt x="581787" y="22351"/>
                </a:lnTo>
                <a:lnTo>
                  <a:pt x="540004" y="10795"/>
                </a:lnTo>
                <a:lnTo>
                  <a:pt x="497078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57425" y="3885691"/>
            <a:ext cx="5629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125" dirty="0">
                <a:latin typeface="Arial"/>
                <a:cs typeface="Arial"/>
              </a:rPr>
              <a:t> </a:t>
            </a:r>
            <a:r>
              <a:rPr sz="3600" b="1" spc="85" dirty="0">
                <a:latin typeface="Arial"/>
                <a:cs typeface="Arial"/>
              </a:rPr>
              <a:t>commit</a:t>
            </a:r>
            <a:r>
              <a:rPr sz="3600" b="1" spc="35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-</a:t>
            </a:r>
            <a:r>
              <a:rPr sz="3600" b="1" spc="-30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m</a:t>
            </a:r>
            <a:r>
              <a:rPr sz="3600" b="1" spc="45" dirty="0">
                <a:latin typeface="Arial"/>
                <a:cs typeface="Arial"/>
              </a:rPr>
              <a:t> </a:t>
            </a:r>
            <a:r>
              <a:rPr sz="3600" b="1" spc="-50" dirty="0">
                <a:latin typeface="Arial"/>
                <a:cs typeface="Arial"/>
              </a:rPr>
              <a:t>"message"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28700" y="3767454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143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591"/>
                </a:lnTo>
                <a:lnTo>
                  <a:pt x="243712" y="47244"/>
                </a:lnTo>
                <a:lnTo>
                  <a:pt x="205955" y="68707"/>
                </a:lnTo>
                <a:lnTo>
                  <a:pt x="170421" y="93725"/>
                </a:lnTo>
                <a:lnTo>
                  <a:pt x="137502" y="122047"/>
                </a:lnTo>
                <a:lnTo>
                  <a:pt x="107530" y="153543"/>
                </a:lnTo>
                <a:lnTo>
                  <a:pt x="80797" y="187833"/>
                </a:lnTo>
                <a:lnTo>
                  <a:pt x="57543" y="224536"/>
                </a:lnTo>
                <a:lnTo>
                  <a:pt x="37998" y="263398"/>
                </a:lnTo>
                <a:lnTo>
                  <a:pt x="22352" y="303911"/>
                </a:lnTo>
                <a:lnTo>
                  <a:pt x="10756" y="345821"/>
                </a:lnTo>
                <a:lnTo>
                  <a:pt x="3327" y="388620"/>
                </a:lnTo>
                <a:lnTo>
                  <a:pt x="127" y="432054"/>
                </a:lnTo>
                <a:lnTo>
                  <a:pt x="0" y="442849"/>
                </a:lnTo>
                <a:lnTo>
                  <a:pt x="2133" y="486283"/>
                </a:lnTo>
                <a:lnTo>
                  <a:pt x="8509" y="529336"/>
                </a:lnTo>
                <a:lnTo>
                  <a:pt x="19075" y="571500"/>
                </a:lnTo>
                <a:lnTo>
                  <a:pt x="33718" y="612394"/>
                </a:lnTo>
                <a:lnTo>
                  <a:pt x="52298" y="651637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031"/>
                </a:lnTo>
                <a:lnTo>
                  <a:pt x="161925" y="785241"/>
                </a:lnTo>
                <a:lnTo>
                  <a:pt x="196837" y="811149"/>
                </a:lnTo>
                <a:lnTo>
                  <a:pt x="234124" y="833501"/>
                </a:lnTo>
                <a:lnTo>
                  <a:pt x="273431" y="852043"/>
                </a:lnTo>
                <a:lnTo>
                  <a:pt x="314325" y="866775"/>
                </a:lnTo>
                <a:lnTo>
                  <a:pt x="356488" y="877316"/>
                </a:lnTo>
                <a:lnTo>
                  <a:pt x="399541" y="883666"/>
                </a:lnTo>
                <a:lnTo>
                  <a:pt x="442849" y="885825"/>
                </a:lnTo>
                <a:lnTo>
                  <a:pt x="475488" y="884555"/>
                </a:lnTo>
                <a:lnTo>
                  <a:pt x="518668" y="879221"/>
                </a:lnTo>
                <a:lnTo>
                  <a:pt x="561086" y="869696"/>
                </a:lnTo>
                <a:lnTo>
                  <a:pt x="602361" y="856107"/>
                </a:lnTo>
                <a:lnTo>
                  <a:pt x="641985" y="838454"/>
                </a:lnTo>
                <a:lnTo>
                  <a:pt x="679831" y="817118"/>
                </a:lnTo>
                <a:lnTo>
                  <a:pt x="715391" y="792099"/>
                </a:lnTo>
                <a:lnTo>
                  <a:pt x="748283" y="763651"/>
                </a:lnTo>
                <a:lnTo>
                  <a:pt x="778256" y="732155"/>
                </a:lnTo>
                <a:lnTo>
                  <a:pt x="805052" y="697865"/>
                </a:lnTo>
                <a:lnTo>
                  <a:pt x="828294" y="661162"/>
                </a:lnTo>
                <a:lnTo>
                  <a:pt x="847851" y="622427"/>
                </a:lnTo>
                <a:lnTo>
                  <a:pt x="863473" y="581787"/>
                </a:lnTo>
                <a:lnTo>
                  <a:pt x="875030" y="539877"/>
                </a:lnTo>
                <a:lnTo>
                  <a:pt x="882523" y="497078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2" y="410337"/>
                </a:lnTo>
                <a:lnTo>
                  <a:pt x="879348" y="367157"/>
                </a:lnTo>
                <a:lnTo>
                  <a:pt x="869823" y="324739"/>
                </a:lnTo>
                <a:lnTo>
                  <a:pt x="856107" y="283464"/>
                </a:lnTo>
                <a:lnTo>
                  <a:pt x="838581" y="243712"/>
                </a:lnTo>
                <a:lnTo>
                  <a:pt x="817118" y="205867"/>
                </a:lnTo>
                <a:lnTo>
                  <a:pt x="792099" y="170434"/>
                </a:lnTo>
                <a:lnTo>
                  <a:pt x="763651" y="137541"/>
                </a:lnTo>
                <a:lnTo>
                  <a:pt x="732155" y="107569"/>
                </a:lnTo>
                <a:lnTo>
                  <a:pt x="697992" y="80772"/>
                </a:lnTo>
                <a:lnTo>
                  <a:pt x="661288" y="57531"/>
                </a:lnTo>
                <a:lnTo>
                  <a:pt x="622426" y="37973"/>
                </a:lnTo>
                <a:lnTo>
                  <a:pt x="581787" y="22352"/>
                </a:lnTo>
                <a:lnTo>
                  <a:pt x="540004" y="10795"/>
                </a:lnTo>
                <a:lnTo>
                  <a:pt x="497078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57425" y="6529578"/>
            <a:ext cx="4307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15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push</a:t>
            </a:r>
            <a:r>
              <a:rPr sz="3600" b="1" spc="-155" dirty="0">
                <a:latin typeface="Arial"/>
                <a:cs typeface="Arial"/>
              </a:rPr>
              <a:t> </a:t>
            </a:r>
            <a:r>
              <a:rPr sz="3600" b="1" spc="-40" dirty="0">
                <a:latin typeface="Arial"/>
                <a:cs typeface="Arial"/>
              </a:rPr>
              <a:t>origin</a:t>
            </a:r>
            <a:r>
              <a:rPr sz="3600" b="1" spc="-19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main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8700" y="6410833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142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590"/>
                </a:lnTo>
                <a:lnTo>
                  <a:pt x="243712" y="47243"/>
                </a:lnTo>
                <a:lnTo>
                  <a:pt x="205955" y="68706"/>
                </a:lnTo>
                <a:lnTo>
                  <a:pt x="170421" y="93725"/>
                </a:lnTo>
                <a:lnTo>
                  <a:pt x="137502" y="122046"/>
                </a:lnTo>
                <a:lnTo>
                  <a:pt x="107530" y="153542"/>
                </a:lnTo>
                <a:lnTo>
                  <a:pt x="80797" y="187832"/>
                </a:lnTo>
                <a:lnTo>
                  <a:pt x="57543" y="224536"/>
                </a:lnTo>
                <a:lnTo>
                  <a:pt x="37998" y="263397"/>
                </a:lnTo>
                <a:lnTo>
                  <a:pt x="22352" y="303911"/>
                </a:lnTo>
                <a:lnTo>
                  <a:pt x="10756" y="345820"/>
                </a:lnTo>
                <a:lnTo>
                  <a:pt x="3327" y="388619"/>
                </a:lnTo>
                <a:lnTo>
                  <a:pt x="127" y="432053"/>
                </a:lnTo>
                <a:lnTo>
                  <a:pt x="0" y="442849"/>
                </a:lnTo>
                <a:lnTo>
                  <a:pt x="2133" y="486282"/>
                </a:lnTo>
                <a:lnTo>
                  <a:pt x="8509" y="529336"/>
                </a:lnTo>
                <a:lnTo>
                  <a:pt x="19075" y="571500"/>
                </a:lnTo>
                <a:lnTo>
                  <a:pt x="33718" y="612393"/>
                </a:lnTo>
                <a:lnTo>
                  <a:pt x="52298" y="651636"/>
                </a:lnTo>
                <a:lnTo>
                  <a:pt x="74637" y="688974"/>
                </a:lnTo>
                <a:lnTo>
                  <a:pt x="100533" y="723899"/>
                </a:lnTo>
                <a:lnTo>
                  <a:pt x="129730" y="756030"/>
                </a:lnTo>
                <a:lnTo>
                  <a:pt x="161925" y="785240"/>
                </a:lnTo>
                <a:lnTo>
                  <a:pt x="196837" y="811148"/>
                </a:lnTo>
                <a:lnTo>
                  <a:pt x="234124" y="833500"/>
                </a:lnTo>
                <a:lnTo>
                  <a:pt x="273431" y="852042"/>
                </a:lnTo>
                <a:lnTo>
                  <a:pt x="314325" y="866774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849" y="885824"/>
                </a:lnTo>
                <a:lnTo>
                  <a:pt x="475488" y="884554"/>
                </a:lnTo>
                <a:lnTo>
                  <a:pt x="518668" y="879220"/>
                </a:lnTo>
                <a:lnTo>
                  <a:pt x="561086" y="869695"/>
                </a:lnTo>
                <a:lnTo>
                  <a:pt x="602361" y="856106"/>
                </a:lnTo>
                <a:lnTo>
                  <a:pt x="641985" y="838453"/>
                </a:lnTo>
                <a:lnTo>
                  <a:pt x="679831" y="817117"/>
                </a:lnTo>
                <a:lnTo>
                  <a:pt x="715391" y="792098"/>
                </a:lnTo>
                <a:lnTo>
                  <a:pt x="748283" y="763650"/>
                </a:lnTo>
                <a:lnTo>
                  <a:pt x="778256" y="732154"/>
                </a:lnTo>
                <a:lnTo>
                  <a:pt x="805052" y="697864"/>
                </a:lnTo>
                <a:lnTo>
                  <a:pt x="828294" y="661161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30" y="539876"/>
                </a:lnTo>
                <a:lnTo>
                  <a:pt x="882523" y="497077"/>
                </a:lnTo>
                <a:lnTo>
                  <a:pt x="885698" y="453770"/>
                </a:lnTo>
                <a:lnTo>
                  <a:pt x="885825" y="442849"/>
                </a:lnTo>
                <a:lnTo>
                  <a:pt x="884682" y="410337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7" y="283463"/>
                </a:lnTo>
                <a:lnTo>
                  <a:pt x="838581" y="243712"/>
                </a:lnTo>
                <a:lnTo>
                  <a:pt x="817118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5" y="107568"/>
                </a:lnTo>
                <a:lnTo>
                  <a:pt x="697992" y="80771"/>
                </a:lnTo>
                <a:lnTo>
                  <a:pt x="661288" y="57530"/>
                </a:lnTo>
                <a:lnTo>
                  <a:pt x="622426" y="37972"/>
                </a:lnTo>
                <a:lnTo>
                  <a:pt x="581787" y="22351"/>
                </a:lnTo>
                <a:lnTo>
                  <a:pt x="540004" y="10794"/>
                </a:lnTo>
                <a:lnTo>
                  <a:pt x="497078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360657" y="4328540"/>
            <a:ext cx="3974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branch</a:t>
            </a:r>
            <a:r>
              <a:rPr sz="3600" b="1" spc="55" dirty="0">
                <a:latin typeface="Arial"/>
                <a:cs typeface="Arial"/>
              </a:rPr>
              <a:t> feature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131043" y="4210050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142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717"/>
                </a:lnTo>
                <a:lnTo>
                  <a:pt x="243839" y="47244"/>
                </a:lnTo>
                <a:lnTo>
                  <a:pt x="205994" y="68707"/>
                </a:lnTo>
                <a:lnTo>
                  <a:pt x="170433" y="93725"/>
                </a:lnTo>
                <a:lnTo>
                  <a:pt x="137540" y="122174"/>
                </a:lnTo>
                <a:lnTo>
                  <a:pt x="107569" y="153542"/>
                </a:lnTo>
                <a:lnTo>
                  <a:pt x="80772" y="187833"/>
                </a:lnTo>
                <a:lnTo>
                  <a:pt x="57530" y="224536"/>
                </a:lnTo>
                <a:lnTo>
                  <a:pt x="37973" y="263398"/>
                </a:lnTo>
                <a:lnTo>
                  <a:pt x="22351" y="303911"/>
                </a:lnTo>
                <a:lnTo>
                  <a:pt x="10795" y="345821"/>
                </a:lnTo>
                <a:lnTo>
                  <a:pt x="3301" y="388747"/>
                </a:lnTo>
                <a:lnTo>
                  <a:pt x="126" y="432053"/>
                </a:lnTo>
                <a:lnTo>
                  <a:pt x="0" y="442849"/>
                </a:lnTo>
                <a:lnTo>
                  <a:pt x="2158" y="486283"/>
                </a:lnTo>
                <a:lnTo>
                  <a:pt x="8508" y="529336"/>
                </a:lnTo>
                <a:lnTo>
                  <a:pt x="19050" y="571500"/>
                </a:lnTo>
                <a:lnTo>
                  <a:pt x="33654" y="612394"/>
                </a:lnTo>
                <a:lnTo>
                  <a:pt x="52324" y="651637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030"/>
                </a:lnTo>
                <a:lnTo>
                  <a:pt x="161925" y="785240"/>
                </a:lnTo>
                <a:lnTo>
                  <a:pt x="196850" y="811149"/>
                </a:lnTo>
                <a:lnTo>
                  <a:pt x="234187" y="833501"/>
                </a:lnTo>
                <a:lnTo>
                  <a:pt x="273430" y="852042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975" y="885825"/>
                </a:lnTo>
                <a:lnTo>
                  <a:pt x="475487" y="884554"/>
                </a:lnTo>
                <a:lnTo>
                  <a:pt x="518667" y="879348"/>
                </a:lnTo>
                <a:lnTo>
                  <a:pt x="561085" y="869823"/>
                </a:lnTo>
                <a:lnTo>
                  <a:pt x="602360" y="856107"/>
                </a:lnTo>
                <a:lnTo>
                  <a:pt x="642111" y="838580"/>
                </a:lnTo>
                <a:lnTo>
                  <a:pt x="679830" y="817117"/>
                </a:lnTo>
                <a:lnTo>
                  <a:pt x="715390" y="792099"/>
                </a:lnTo>
                <a:lnTo>
                  <a:pt x="748283" y="763651"/>
                </a:lnTo>
                <a:lnTo>
                  <a:pt x="778255" y="732154"/>
                </a:lnTo>
                <a:lnTo>
                  <a:pt x="805052" y="697991"/>
                </a:lnTo>
                <a:lnTo>
                  <a:pt x="828294" y="661162"/>
                </a:lnTo>
                <a:lnTo>
                  <a:pt x="847851" y="622426"/>
                </a:lnTo>
                <a:lnTo>
                  <a:pt x="863473" y="581787"/>
                </a:lnTo>
                <a:lnTo>
                  <a:pt x="875029" y="540003"/>
                </a:lnTo>
                <a:lnTo>
                  <a:pt x="882523" y="497077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1" y="410337"/>
                </a:lnTo>
                <a:lnTo>
                  <a:pt x="879348" y="367157"/>
                </a:lnTo>
                <a:lnTo>
                  <a:pt x="869823" y="324738"/>
                </a:lnTo>
                <a:lnTo>
                  <a:pt x="856106" y="283463"/>
                </a:lnTo>
                <a:lnTo>
                  <a:pt x="838580" y="243712"/>
                </a:lnTo>
                <a:lnTo>
                  <a:pt x="817117" y="205994"/>
                </a:lnTo>
                <a:lnTo>
                  <a:pt x="792099" y="170434"/>
                </a:lnTo>
                <a:lnTo>
                  <a:pt x="763651" y="137540"/>
                </a:lnTo>
                <a:lnTo>
                  <a:pt x="732154" y="107569"/>
                </a:lnTo>
                <a:lnTo>
                  <a:pt x="697991" y="80772"/>
                </a:lnTo>
                <a:lnTo>
                  <a:pt x="661288" y="57530"/>
                </a:lnTo>
                <a:lnTo>
                  <a:pt x="622426" y="37973"/>
                </a:lnTo>
                <a:lnTo>
                  <a:pt x="581913" y="22351"/>
                </a:lnTo>
                <a:lnTo>
                  <a:pt x="540003" y="10795"/>
                </a:lnTo>
                <a:lnTo>
                  <a:pt x="497077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5D1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60657" y="5608446"/>
            <a:ext cx="4512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85" dirty="0">
                <a:latin typeface="Arial"/>
                <a:cs typeface="Arial"/>
              </a:rPr>
              <a:t> </a:t>
            </a:r>
            <a:r>
              <a:rPr sz="3600" b="1" spc="65" dirty="0">
                <a:latin typeface="Arial"/>
                <a:cs typeface="Arial"/>
              </a:rPr>
              <a:t>checkout</a:t>
            </a:r>
            <a:r>
              <a:rPr sz="3600" b="1" spc="20" dirty="0">
                <a:latin typeface="Arial"/>
                <a:cs typeface="Arial"/>
              </a:rPr>
              <a:t> </a:t>
            </a:r>
            <a:r>
              <a:rPr sz="3600" b="1" spc="55" dirty="0">
                <a:latin typeface="Arial"/>
                <a:cs typeface="Arial"/>
              </a:rPr>
              <a:t>feature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131043" y="5489702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270"/>
                </a:lnTo>
                <a:lnTo>
                  <a:pt x="367156" y="6603"/>
                </a:lnTo>
                <a:lnTo>
                  <a:pt x="324738" y="16128"/>
                </a:lnTo>
                <a:lnTo>
                  <a:pt x="283463" y="29718"/>
                </a:lnTo>
                <a:lnTo>
                  <a:pt x="243839" y="47371"/>
                </a:lnTo>
                <a:lnTo>
                  <a:pt x="205994" y="68707"/>
                </a:lnTo>
                <a:lnTo>
                  <a:pt x="170433" y="93852"/>
                </a:lnTo>
                <a:lnTo>
                  <a:pt x="137540" y="122174"/>
                </a:lnTo>
                <a:lnTo>
                  <a:pt x="107569" y="153670"/>
                </a:lnTo>
                <a:lnTo>
                  <a:pt x="80772" y="187960"/>
                </a:lnTo>
                <a:lnTo>
                  <a:pt x="57530" y="224662"/>
                </a:lnTo>
                <a:lnTo>
                  <a:pt x="37973" y="263525"/>
                </a:lnTo>
                <a:lnTo>
                  <a:pt x="22351" y="304038"/>
                </a:lnTo>
                <a:lnTo>
                  <a:pt x="10795" y="345948"/>
                </a:lnTo>
                <a:lnTo>
                  <a:pt x="3301" y="388747"/>
                </a:lnTo>
                <a:lnTo>
                  <a:pt x="126" y="432053"/>
                </a:lnTo>
                <a:lnTo>
                  <a:pt x="0" y="442975"/>
                </a:lnTo>
                <a:lnTo>
                  <a:pt x="2158" y="486410"/>
                </a:lnTo>
                <a:lnTo>
                  <a:pt x="8508" y="529336"/>
                </a:lnTo>
                <a:lnTo>
                  <a:pt x="19050" y="571500"/>
                </a:lnTo>
                <a:lnTo>
                  <a:pt x="33654" y="612394"/>
                </a:lnTo>
                <a:lnTo>
                  <a:pt x="52324" y="651763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158"/>
                </a:lnTo>
                <a:lnTo>
                  <a:pt x="161925" y="785368"/>
                </a:lnTo>
                <a:lnTo>
                  <a:pt x="196850" y="811276"/>
                </a:lnTo>
                <a:lnTo>
                  <a:pt x="234187" y="833627"/>
                </a:lnTo>
                <a:lnTo>
                  <a:pt x="273430" y="852170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793"/>
                </a:lnTo>
                <a:lnTo>
                  <a:pt x="442975" y="885825"/>
                </a:lnTo>
                <a:lnTo>
                  <a:pt x="475487" y="884682"/>
                </a:lnTo>
                <a:lnTo>
                  <a:pt x="518667" y="879348"/>
                </a:lnTo>
                <a:lnTo>
                  <a:pt x="561085" y="869823"/>
                </a:lnTo>
                <a:lnTo>
                  <a:pt x="602360" y="856234"/>
                </a:lnTo>
                <a:lnTo>
                  <a:pt x="642111" y="838581"/>
                </a:lnTo>
                <a:lnTo>
                  <a:pt x="679830" y="817118"/>
                </a:lnTo>
                <a:lnTo>
                  <a:pt x="715390" y="792099"/>
                </a:lnTo>
                <a:lnTo>
                  <a:pt x="748283" y="763777"/>
                </a:lnTo>
                <a:lnTo>
                  <a:pt x="778255" y="732282"/>
                </a:lnTo>
                <a:lnTo>
                  <a:pt x="805052" y="697992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29" y="540003"/>
                </a:lnTo>
                <a:lnTo>
                  <a:pt x="882523" y="497205"/>
                </a:lnTo>
                <a:lnTo>
                  <a:pt x="885698" y="453771"/>
                </a:lnTo>
                <a:lnTo>
                  <a:pt x="885825" y="442975"/>
                </a:lnTo>
                <a:lnTo>
                  <a:pt x="884681" y="410337"/>
                </a:lnTo>
                <a:lnTo>
                  <a:pt x="879348" y="367284"/>
                </a:lnTo>
                <a:lnTo>
                  <a:pt x="869823" y="324865"/>
                </a:lnTo>
                <a:lnTo>
                  <a:pt x="856106" y="283590"/>
                </a:lnTo>
                <a:lnTo>
                  <a:pt x="838580" y="243839"/>
                </a:lnTo>
                <a:lnTo>
                  <a:pt x="817117" y="205994"/>
                </a:lnTo>
                <a:lnTo>
                  <a:pt x="792099" y="170434"/>
                </a:lnTo>
                <a:lnTo>
                  <a:pt x="763651" y="137540"/>
                </a:lnTo>
                <a:lnTo>
                  <a:pt x="732154" y="107569"/>
                </a:lnTo>
                <a:lnTo>
                  <a:pt x="697991" y="80899"/>
                </a:lnTo>
                <a:lnTo>
                  <a:pt x="661288" y="57531"/>
                </a:lnTo>
                <a:lnTo>
                  <a:pt x="622426" y="38100"/>
                </a:lnTo>
                <a:lnTo>
                  <a:pt x="581913" y="22351"/>
                </a:lnTo>
                <a:lnTo>
                  <a:pt x="540003" y="10795"/>
                </a:lnTo>
                <a:lnTo>
                  <a:pt x="497077" y="3428"/>
                </a:lnTo>
                <a:lnTo>
                  <a:pt x="453771" y="126"/>
                </a:lnTo>
                <a:close/>
              </a:path>
            </a:pathLst>
          </a:custGeom>
          <a:solidFill>
            <a:srgbClr val="5D1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62321" y="7776159"/>
            <a:ext cx="8166734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0" b="1" spc="70" dirty="0">
                <a:latin typeface="Arial"/>
                <a:cs typeface="Arial"/>
              </a:rPr>
              <a:t>Git</a:t>
            </a:r>
            <a:r>
              <a:rPr sz="9000" b="1" spc="-355" dirty="0">
                <a:latin typeface="Arial"/>
                <a:cs typeface="Arial"/>
              </a:rPr>
              <a:t> </a:t>
            </a:r>
            <a:r>
              <a:rPr sz="9000" b="1" spc="-10" dirty="0">
                <a:latin typeface="Arial"/>
                <a:cs typeface="Arial"/>
              </a:rPr>
              <a:t>Commands</a:t>
            </a:r>
            <a:endParaRPr sz="9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60657" y="1421638"/>
            <a:ext cx="2089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80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status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131043" y="1303655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270"/>
                </a:lnTo>
                <a:lnTo>
                  <a:pt x="367156" y="6603"/>
                </a:lnTo>
                <a:lnTo>
                  <a:pt x="324738" y="16128"/>
                </a:lnTo>
                <a:lnTo>
                  <a:pt x="283463" y="29718"/>
                </a:lnTo>
                <a:lnTo>
                  <a:pt x="243839" y="47371"/>
                </a:lnTo>
                <a:lnTo>
                  <a:pt x="205994" y="68706"/>
                </a:lnTo>
                <a:lnTo>
                  <a:pt x="170433" y="93852"/>
                </a:lnTo>
                <a:lnTo>
                  <a:pt x="137540" y="122174"/>
                </a:lnTo>
                <a:lnTo>
                  <a:pt x="107569" y="153670"/>
                </a:lnTo>
                <a:lnTo>
                  <a:pt x="80772" y="187960"/>
                </a:lnTo>
                <a:lnTo>
                  <a:pt x="57530" y="224663"/>
                </a:lnTo>
                <a:lnTo>
                  <a:pt x="37973" y="263525"/>
                </a:lnTo>
                <a:lnTo>
                  <a:pt x="22351" y="304038"/>
                </a:lnTo>
                <a:lnTo>
                  <a:pt x="10795" y="345948"/>
                </a:lnTo>
                <a:lnTo>
                  <a:pt x="3301" y="388747"/>
                </a:lnTo>
                <a:lnTo>
                  <a:pt x="126" y="432053"/>
                </a:lnTo>
                <a:lnTo>
                  <a:pt x="0" y="442975"/>
                </a:lnTo>
                <a:lnTo>
                  <a:pt x="2158" y="486410"/>
                </a:lnTo>
                <a:lnTo>
                  <a:pt x="8508" y="529336"/>
                </a:lnTo>
                <a:lnTo>
                  <a:pt x="19050" y="571500"/>
                </a:lnTo>
                <a:lnTo>
                  <a:pt x="33654" y="612521"/>
                </a:lnTo>
                <a:lnTo>
                  <a:pt x="52324" y="651764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158"/>
                </a:lnTo>
                <a:lnTo>
                  <a:pt x="161925" y="785368"/>
                </a:lnTo>
                <a:lnTo>
                  <a:pt x="196850" y="811276"/>
                </a:lnTo>
                <a:lnTo>
                  <a:pt x="234187" y="833627"/>
                </a:lnTo>
                <a:lnTo>
                  <a:pt x="273430" y="852170"/>
                </a:lnTo>
                <a:lnTo>
                  <a:pt x="314325" y="866775"/>
                </a:lnTo>
                <a:lnTo>
                  <a:pt x="356488" y="877316"/>
                </a:lnTo>
                <a:lnTo>
                  <a:pt x="399541" y="883793"/>
                </a:lnTo>
                <a:lnTo>
                  <a:pt x="442975" y="885825"/>
                </a:lnTo>
                <a:lnTo>
                  <a:pt x="475487" y="884681"/>
                </a:lnTo>
                <a:lnTo>
                  <a:pt x="518667" y="879348"/>
                </a:lnTo>
                <a:lnTo>
                  <a:pt x="561085" y="869823"/>
                </a:lnTo>
                <a:lnTo>
                  <a:pt x="602360" y="856234"/>
                </a:lnTo>
                <a:lnTo>
                  <a:pt x="642111" y="838580"/>
                </a:lnTo>
                <a:lnTo>
                  <a:pt x="679830" y="817118"/>
                </a:lnTo>
                <a:lnTo>
                  <a:pt x="715390" y="792099"/>
                </a:lnTo>
                <a:lnTo>
                  <a:pt x="748283" y="763777"/>
                </a:lnTo>
                <a:lnTo>
                  <a:pt x="778255" y="732281"/>
                </a:lnTo>
                <a:lnTo>
                  <a:pt x="805052" y="697992"/>
                </a:lnTo>
                <a:lnTo>
                  <a:pt x="828294" y="661289"/>
                </a:lnTo>
                <a:lnTo>
                  <a:pt x="847851" y="622426"/>
                </a:lnTo>
                <a:lnTo>
                  <a:pt x="863473" y="581914"/>
                </a:lnTo>
                <a:lnTo>
                  <a:pt x="875029" y="540003"/>
                </a:lnTo>
                <a:lnTo>
                  <a:pt x="882523" y="497204"/>
                </a:lnTo>
                <a:lnTo>
                  <a:pt x="885698" y="453898"/>
                </a:lnTo>
                <a:lnTo>
                  <a:pt x="885825" y="442975"/>
                </a:lnTo>
                <a:lnTo>
                  <a:pt x="884681" y="410337"/>
                </a:lnTo>
                <a:lnTo>
                  <a:pt x="879348" y="367284"/>
                </a:lnTo>
                <a:lnTo>
                  <a:pt x="869823" y="324866"/>
                </a:lnTo>
                <a:lnTo>
                  <a:pt x="856106" y="283591"/>
                </a:lnTo>
                <a:lnTo>
                  <a:pt x="838580" y="243840"/>
                </a:lnTo>
                <a:lnTo>
                  <a:pt x="817117" y="205994"/>
                </a:lnTo>
                <a:lnTo>
                  <a:pt x="792099" y="170434"/>
                </a:lnTo>
                <a:lnTo>
                  <a:pt x="763651" y="137541"/>
                </a:lnTo>
                <a:lnTo>
                  <a:pt x="732154" y="107569"/>
                </a:lnTo>
                <a:lnTo>
                  <a:pt x="697991" y="80899"/>
                </a:lnTo>
                <a:lnTo>
                  <a:pt x="661288" y="57658"/>
                </a:lnTo>
                <a:lnTo>
                  <a:pt x="622426" y="38100"/>
                </a:lnTo>
                <a:lnTo>
                  <a:pt x="581913" y="22351"/>
                </a:lnTo>
                <a:lnTo>
                  <a:pt x="540003" y="10795"/>
                </a:lnTo>
                <a:lnTo>
                  <a:pt x="497077" y="3428"/>
                </a:lnTo>
                <a:lnTo>
                  <a:pt x="453771" y="126"/>
                </a:lnTo>
                <a:close/>
              </a:path>
            </a:pathLst>
          </a:custGeom>
          <a:solidFill>
            <a:srgbClr val="34A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60657" y="2835656"/>
            <a:ext cx="1376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8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log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131043" y="2717545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6" y="1143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718"/>
                </a:lnTo>
                <a:lnTo>
                  <a:pt x="243839" y="47244"/>
                </a:lnTo>
                <a:lnTo>
                  <a:pt x="205994" y="68706"/>
                </a:lnTo>
                <a:lnTo>
                  <a:pt x="170433" y="93725"/>
                </a:lnTo>
                <a:lnTo>
                  <a:pt x="137540" y="122174"/>
                </a:lnTo>
                <a:lnTo>
                  <a:pt x="107569" y="153543"/>
                </a:lnTo>
                <a:lnTo>
                  <a:pt x="80772" y="187832"/>
                </a:lnTo>
                <a:lnTo>
                  <a:pt x="57530" y="224535"/>
                </a:lnTo>
                <a:lnTo>
                  <a:pt x="37973" y="263398"/>
                </a:lnTo>
                <a:lnTo>
                  <a:pt x="22351" y="303910"/>
                </a:lnTo>
                <a:lnTo>
                  <a:pt x="10795" y="345821"/>
                </a:lnTo>
                <a:lnTo>
                  <a:pt x="3301" y="388747"/>
                </a:lnTo>
                <a:lnTo>
                  <a:pt x="126" y="432053"/>
                </a:lnTo>
                <a:lnTo>
                  <a:pt x="0" y="442849"/>
                </a:lnTo>
                <a:lnTo>
                  <a:pt x="2158" y="486282"/>
                </a:lnTo>
                <a:lnTo>
                  <a:pt x="8508" y="529335"/>
                </a:lnTo>
                <a:lnTo>
                  <a:pt x="19050" y="571500"/>
                </a:lnTo>
                <a:lnTo>
                  <a:pt x="33654" y="612394"/>
                </a:lnTo>
                <a:lnTo>
                  <a:pt x="52324" y="651636"/>
                </a:lnTo>
                <a:lnTo>
                  <a:pt x="74675" y="688975"/>
                </a:lnTo>
                <a:lnTo>
                  <a:pt x="100583" y="723900"/>
                </a:lnTo>
                <a:lnTo>
                  <a:pt x="129666" y="756030"/>
                </a:lnTo>
                <a:lnTo>
                  <a:pt x="161925" y="785240"/>
                </a:lnTo>
                <a:lnTo>
                  <a:pt x="196850" y="811149"/>
                </a:lnTo>
                <a:lnTo>
                  <a:pt x="234187" y="833501"/>
                </a:lnTo>
                <a:lnTo>
                  <a:pt x="273430" y="852043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975" y="885825"/>
                </a:lnTo>
                <a:lnTo>
                  <a:pt x="475487" y="884681"/>
                </a:lnTo>
                <a:lnTo>
                  <a:pt x="518667" y="879348"/>
                </a:lnTo>
                <a:lnTo>
                  <a:pt x="561085" y="869823"/>
                </a:lnTo>
                <a:lnTo>
                  <a:pt x="602360" y="856106"/>
                </a:lnTo>
                <a:lnTo>
                  <a:pt x="642111" y="838580"/>
                </a:lnTo>
                <a:lnTo>
                  <a:pt x="679830" y="817118"/>
                </a:lnTo>
                <a:lnTo>
                  <a:pt x="715390" y="792099"/>
                </a:lnTo>
                <a:lnTo>
                  <a:pt x="748283" y="763651"/>
                </a:lnTo>
                <a:lnTo>
                  <a:pt x="778255" y="732154"/>
                </a:lnTo>
                <a:lnTo>
                  <a:pt x="805052" y="697992"/>
                </a:lnTo>
                <a:lnTo>
                  <a:pt x="828294" y="661161"/>
                </a:lnTo>
                <a:lnTo>
                  <a:pt x="847851" y="622426"/>
                </a:lnTo>
                <a:lnTo>
                  <a:pt x="863473" y="581786"/>
                </a:lnTo>
                <a:lnTo>
                  <a:pt x="875029" y="540003"/>
                </a:lnTo>
                <a:lnTo>
                  <a:pt x="882523" y="497077"/>
                </a:lnTo>
                <a:lnTo>
                  <a:pt x="885698" y="453771"/>
                </a:lnTo>
                <a:lnTo>
                  <a:pt x="885825" y="442849"/>
                </a:lnTo>
                <a:lnTo>
                  <a:pt x="884681" y="410336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6" y="283463"/>
                </a:lnTo>
                <a:lnTo>
                  <a:pt x="838580" y="243712"/>
                </a:lnTo>
                <a:lnTo>
                  <a:pt x="817117" y="205994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4" y="107569"/>
                </a:lnTo>
                <a:lnTo>
                  <a:pt x="697991" y="80772"/>
                </a:lnTo>
                <a:lnTo>
                  <a:pt x="661288" y="57530"/>
                </a:lnTo>
                <a:lnTo>
                  <a:pt x="622426" y="37973"/>
                </a:lnTo>
                <a:lnTo>
                  <a:pt x="581913" y="22351"/>
                </a:lnTo>
                <a:lnTo>
                  <a:pt x="540003" y="10795"/>
                </a:lnTo>
                <a:lnTo>
                  <a:pt x="497077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34A0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57425" y="5197602"/>
            <a:ext cx="595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git</a:t>
            </a:r>
            <a:r>
              <a:rPr sz="3600" b="1" spc="-135" dirty="0">
                <a:latin typeface="Arial"/>
                <a:cs typeface="Arial"/>
              </a:rPr>
              <a:t> </a:t>
            </a:r>
            <a:r>
              <a:rPr sz="3600" b="1" spc="85" dirty="0">
                <a:latin typeface="Arial"/>
                <a:cs typeface="Arial"/>
              </a:rPr>
              <a:t>remote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spc="50" dirty="0">
                <a:latin typeface="Arial"/>
                <a:cs typeface="Arial"/>
              </a:rPr>
              <a:t>add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spc="-35" dirty="0">
                <a:latin typeface="Arial"/>
                <a:cs typeface="Arial"/>
              </a:rPr>
              <a:t>origin</a:t>
            </a:r>
            <a:r>
              <a:rPr sz="3600" b="1" spc="-16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[URL]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8700" y="5078984"/>
            <a:ext cx="885825" cy="885825"/>
          </a:xfrm>
          <a:custGeom>
            <a:avLst/>
            <a:gdLst/>
            <a:ahLst/>
            <a:cxnLst/>
            <a:rect l="l" t="t" r="r" b="b"/>
            <a:pathLst>
              <a:path w="885825" h="885825">
                <a:moveTo>
                  <a:pt x="453771" y="126"/>
                </a:moveTo>
                <a:lnTo>
                  <a:pt x="410337" y="1269"/>
                </a:lnTo>
                <a:lnTo>
                  <a:pt x="367156" y="6476"/>
                </a:lnTo>
                <a:lnTo>
                  <a:pt x="324738" y="16001"/>
                </a:lnTo>
                <a:lnTo>
                  <a:pt x="283463" y="29717"/>
                </a:lnTo>
                <a:lnTo>
                  <a:pt x="243712" y="47243"/>
                </a:lnTo>
                <a:lnTo>
                  <a:pt x="205955" y="68706"/>
                </a:lnTo>
                <a:lnTo>
                  <a:pt x="170421" y="93725"/>
                </a:lnTo>
                <a:lnTo>
                  <a:pt x="137502" y="122174"/>
                </a:lnTo>
                <a:lnTo>
                  <a:pt x="107530" y="153669"/>
                </a:lnTo>
                <a:lnTo>
                  <a:pt x="80797" y="187832"/>
                </a:lnTo>
                <a:lnTo>
                  <a:pt x="57543" y="224662"/>
                </a:lnTo>
                <a:lnTo>
                  <a:pt x="37998" y="263398"/>
                </a:lnTo>
                <a:lnTo>
                  <a:pt x="22352" y="304038"/>
                </a:lnTo>
                <a:lnTo>
                  <a:pt x="10756" y="345820"/>
                </a:lnTo>
                <a:lnTo>
                  <a:pt x="3327" y="388746"/>
                </a:lnTo>
                <a:lnTo>
                  <a:pt x="127" y="432053"/>
                </a:lnTo>
                <a:lnTo>
                  <a:pt x="0" y="442975"/>
                </a:lnTo>
                <a:lnTo>
                  <a:pt x="2133" y="486282"/>
                </a:lnTo>
                <a:lnTo>
                  <a:pt x="8509" y="529336"/>
                </a:lnTo>
                <a:lnTo>
                  <a:pt x="19075" y="571500"/>
                </a:lnTo>
                <a:lnTo>
                  <a:pt x="33718" y="612393"/>
                </a:lnTo>
                <a:lnTo>
                  <a:pt x="52298" y="651763"/>
                </a:lnTo>
                <a:lnTo>
                  <a:pt x="74637" y="688975"/>
                </a:lnTo>
                <a:lnTo>
                  <a:pt x="100533" y="723900"/>
                </a:lnTo>
                <a:lnTo>
                  <a:pt x="129730" y="756157"/>
                </a:lnTo>
                <a:lnTo>
                  <a:pt x="161925" y="785240"/>
                </a:lnTo>
                <a:lnTo>
                  <a:pt x="196837" y="811149"/>
                </a:lnTo>
                <a:lnTo>
                  <a:pt x="234124" y="833501"/>
                </a:lnTo>
                <a:lnTo>
                  <a:pt x="273431" y="852169"/>
                </a:lnTo>
                <a:lnTo>
                  <a:pt x="314325" y="866775"/>
                </a:lnTo>
                <a:lnTo>
                  <a:pt x="356488" y="877315"/>
                </a:lnTo>
                <a:lnTo>
                  <a:pt x="399541" y="883665"/>
                </a:lnTo>
                <a:lnTo>
                  <a:pt x="442849" y="885825"/>
                </a:lnTo>
                <a:lnTo>
                  <a:pt x="475488" y="884681"/>
                </a:lnTo>
                <a:lnTo>
                  <a:pt x="518668" y="879348"/>
                </a:lnTo>
                <a:lnTo>
                  <a:pt x="561086" y="869823"/>
                </a:lnTo>
                <a:lnTo>
                  <a:pt x="602361" y="856106"/>
                </a:lnTo>
                <a:lnTo>
                  <a:pt x="641985" y="838580"/>
                </a:lnTo>
                <a:lnTo>
                  <a:pt x="679831" y="817117"/>
                </a:lnTo>
                <a:lnTo>
                  <a:pt x="715391" y="792099"/>
                </a:lnTo>
                <a:lnTo>
                  <a:pt x="748283" y="763651"/>
                </a:lnTo>
                <a:lnTo>
                  <a:pt x="778256" y="732281"/>
                </a:lnTo>
                <a:lnTo>
                  <a:pt x="805052" y="697991"/>
                </a:lnTo>
                <a:lnTo>
                  <a:pt x="828294" y="661288"/>
                </a:lnTo>
                <a:lnTo>
                  <a:pt x="847851" y="622426"/>
                </a:lnTo>
                <a:lnTo>
                  <a:pt x="863473" y="581913"/>
                </a:lnTo>
                <a:lnTo>
                  <a:pt x="875030" y="540003"/>
                </a:lnTo>
                <a:lnTo>
                  <a:pt x="882523" y="497204"/>
                </a:lnTo>
                <a:lnTo>
                  <a:pt x="885698" y="453770"/>
                </a:lnTo>
                <a:lnTo>
                  <a:pt x="885825" y="442975"/>
                </a:lnTo>
                <a:lnTo>
                  <a:pt x="884682" y="410337"/>
                </a:lnTo>
                <a:lnTo>
                  <a:pt x="879348" y="367156"/>
                </a:lnTo>
                <a:lnTo>
                  <a:pt x="869823" y="324738"/>
                </a:lnTo>
                <a:lnTo>
                  <a:pt x="856107" y="283463"/>
                </a:lnTo>
                <a:lnTo>
                  <a:pt x="838581" y="243839"/>
                </a:lnTo>
                <a:lnTo>
                  <a:pt x="817118" y="205993"/>
                </a:lnTo>
                <a:lnTo>
                  <a:pt x="792099" y="170433"/>
                </a:lnTo>
                <a:lnTo>
                  <a:pt x="763651" y="137540"/>
                </a:lnTo>
                <a:lnTo>
                  <a:pt x="732155" y="107568"/>
                </a:lnTo>
                <a:lnTo>
                  <a:pt x="697992" y="80771"/>
                </a:lnTo>
                <a:lnTo>
                  <a:pt x="661288" y="57530"/>
                </a:lnTo>
                <a:lnTo>
                  <a:pt x="622426" y="37973"/>
                </a:lnTo>
                <a:lnTo>
                  <a:pt x="581787" y="22351"/>
                </a:lnTo>
                <a:lnTo>
                  <a:pt x="540004" y="10794"/>
                </a:lnTo>
                <a:lnTo>
                  <a:pt x="497078" y="3301"/>
                </a:lnTo>
                <a:lnTo>
                  <a:pt x="453771" y="126"/>
                </a:lnTo>
                <a:close/>
              </a:path>
            </a:pathLst>
          </a:custGeom>
          <a:solidFill>
            <a:srgbClr val="42C36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731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ADDITIONAL</a:t>
            </a:r>
            <a:r>
              <a:rPr spc="409" dirty="0"/>
              <a:t> </a:t>
            </a:r>
            <a:r>
              <a:rPr spc="215" dirty="0"/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7711" y="2273045"/>
            <a:ext cx="10812780" cy="60553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Calibri"/>
                <a:cs typeface="Calibri"/>
              </a:rPr>
              <a:t>Officialgitsiteandtutorial: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700" u="sng" spc="-2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https://git-</a:t>
            </a: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scm.com/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GitHubguides: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7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https://guides.github.com/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sz="1800" spc="-10" dirty="0">
                <a:latin typeface="Calibri"/>
                <a:cs typeface="Calibri"/>
              </a:rPr>
              <a:t>Commandcheatsheet: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00" u="sng" spc="-2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https://training.github.com/kit/</a:t>
            </a:r>
            <a:r>
              <a:rPr sz="2700" u="sng" spc="2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700" u="sng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downloads/github-</a:t>
            </a:r>
            <a:r>
              <a:rPr sz="2700" u="sng" spc="-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git-</a:t>
            </a:r>
            <a:r>
              <a:rPr sz="2700" u="sng" spc="-1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cheat-</a:t>
            </a: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4"/>
              </a:rPr>
              <a:t>sheet.pdf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1800" spc="-10" dirty="0">
                <a:latin typeface="Calibri"/>
                <a:cs typeface="Calibri"/>
              </a:rPr>
              <a:t>MardownCheatsheet: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700" u="sng" spc="-20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5"/>
              </a:rPr>
              <a:t>https://github.com/adam-</a:t>
            </a:r>
            <a:r>
              <a:rPr sz="2700" u="sng" spc="-1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5"/>
              </a:rPr>
              <a:t>p/markdown-</a:t>
            </a:r>
            <a:r>
              <a:rPr sz="2700" u="sng" spc="-1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5"/>
              </a:rPr>
              <a:t>here/wiki/Markdown-Here-</a:t>
            </a:r>
            <a:r>
              <a:rPr sz="27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5"/>
              </a:rPr>
              <a:t>Cheatsheet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Interactivegittutorial: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7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6"/>
              </a:rPr>
              <a:t>https://try.github.io/levels/1/challenges/1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1800" spc="-70" dirty="0">
                <a:latin typeface="Calibri"/>
                <a:cs typeface="Calibri"/>
              </a:rPr>
              <a:t>Visual/interactive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cheatsheet: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u="sng" spc="-2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7"/>
              </a:rPr>
              <a:t>http://ndpsoftware.com/git-</a:t>
            </a:r>
            <a:r>
              <a:rPr sz="27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7"/>
              </a:rPr>
              <a:t>cheatsheet.html</a:t>
            </a:r>
            <a:endParaRPr sz="27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87909" y="4094479"/>
            <a:ext cx="4678553" cy="421906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5143500"/>
            <a:ext cx="7924800" cy="2438400"/>
          </a:xfrm>
          <a:custGeom>
            <a:avLst/>
            <a:gdLst/>
            <a:ahLst/>
            <a:cxnLst/>
            <a:rect l="l" t="t" r="r" b="b"/>
            <a:pathLst>
              <a:path w="7924800" h="2438400">
                <a:moveTo>
                  <a:pt x="0" y="406400"/>
                </a:moveTo>
                <a:lnTo>
                  <a:pt x="2734" y="359012"/>
                </a:lnTo>
                <a:lnTo>
                  <a:pt x="10733" y="313228"/>
                </a:lnTo>
                <a:lnTo>
                  <a:pt x="23692" y="269353"/>
                </a:lnTo>
                <a:lnTo>
                  <a:pt x="41307" y="227692"/>
                </a:lnTo>
                <a:lnTo>
                  <a:pt x="63271" y="188551"/>
                </a:lnTo>
                <a:lnTo>
                  <a:pt x="89281" y="152234"/>
                </a:lnTo>
                <a:lnTo>
                  <a:pt x="119032" y="119046"/>
                </a:lnTo>
                <a:lnTo>
                  <a:pt x="152218" y="89293"/>
                </a:lnTo>
                <a:lnTo>
                  <a:pt x="188534" y="63281"/>
                </a:lnTo>
                <a:lnTo>
                  <a:pt x="227676" y="41313"/>
                </a:lnTo>
                <a:lnTo>
                  <a:pt x="269338" y="23696"/>
                </a:lnTo>
                <a:lnTo>
                  <a:pt x="313216" y="10735"/>
                </a:lnTo>
                <a:lnTo>
                  <a:pt x="359005" y="2734"/>
                </a:lnTo>
                <a:lnTo>
                  <a:pt x="406400" y="0"/>
                </a:lnTo>
                <a:lnTo>
                  <a:pt x="7518400" y="0"/>
                </a:lnTo>
                <a:lnTo>
                  <a:pt x="7565787" y="2734"/>
                </a:lnTo>
                <a:lnTo>
                  <a:pt x="7611571" y="10735"/>
                </a:lnTo>
                <a:lnTo>
                  <a:pt x="7655446" y="23696"/>
                </a:lnTo>
                <a:lnTo>
                  <a:pt x="7697107" y="41313"/>
                </a:lnTo>
                <a:lnTo>
                  <a:pt x="7736248" y="63281"/>
                </a:lnTo>
                <a:lnTo>
                  <a:pt x="7772565" y="89293"/>
                </a:lnTo>
                <a:lnTo>
                  <a:pt x="7805753" y="119046"/>
                </a:lnTo>
                <a:lnTo>
                  <a:pt x="7835506" y="152234"/>
                </a:lnTo>
                <a:lnTo>
                  <a:pt x="7861518" y="188551"/>
                </a:lnTo>
                <a:lnTo>
                  <a:pt x="7883486" y="227692"/>
                </a:lnTo>
                <a:lnTo>
                  <a:pt x="7901103" y="269353"/>
                </a:lnTo>
                <a:lnTo>
                  <a:pt x="7914064" y="313228"/>
                </a:lnTo>
                <a:lnTo>
                  <a:pt x="7922065" y="359012"/>
                </a:lnTo>
                <a:lnTo>
                  <a:pt x="7924800" y="406400"/>
                </a:lnTo>
                <a:lnTo>
                  <a:pt x="7924800" y="2032000"/>
                </a:lnTo>
                <a:lnTo>
                  <a:pt x="7922065" y="2079387"/>
                </a:lnTo>
                <a:lnTo>
                  <a:pt x="7914064" y="2125171"/>
                </a:lnTo>
                <a:lnTo>
                  <a:pt x="7901103" y="2169046"/>
                </a:lnTo>
                <a:lnTo>
                  <a:pt x="7883486" y="2210707"/>
                </a:lnTo>
                <a:lnTo>
                  <a:pt x="7861518" y="2249848"/>
                </a:lnTo>
                <a:lnTo>
                  <a:pt x="7835506" y="2286165"/>
                </a:lnTo>
                <a:lnTo>
                  <a:pt x="7805753" y="2319353"/>
                </a:lnTo>
                <a:lnTo>
                  <a:pt x="7772565" y="2349106"/>
                </a:lnTo>
                <a:lnTo>
                  <a:pt x="7736248" y="2375118"/>
                </a:lnTo>
                <a:lnTo>
                  <a:pt x="7697107" y="2397086"/>
                </a:lnTo>
                <a:lnTo>
                  <a:pt x="7655446" y="2414703"/>
                </a:lnTo>
                <a:lnTo>
                  <a:pt x="7611571" y="2427664"/>
                </a:lnTo>
                <a:lnTo>
                  <a:pt x="7565787" y="2435665"/>
                </a:lnTo>
                <a:lnTo>
                  <a:pt x="7518400" y="2438400"/>
                </a:lnTo>
                <a:lnTo>
                  <a:pt x="406400" y="2438400"/>
                </a:lnTo>
                <a:lnTo>
                  <a:pt x="359005" y="2435665"/>
                </a:lnTo>
                <a:lnTo>
                  <a:pt x="313216" y="2427664"/>
                </a:lnTo>
                <a:lnTo>
                  <a:pt x="269338" y="2414703"/>
                </a:lnTo>
                <a:lnTo>
                  <a:pt x="227676" y="2397086"/>
                </a:lnTo>
                <a:lnTo>
                  <a:pt x="188534" y="2375118"/>
                </a:lnTo>
                <a:lnTo>
                  <a:pt x="152218" y="2349106"/>
                </a:lnTo>
                <a:lnTo>
                  <a:pt x="119032" y="2319353"/>
                </a:lnTo>
                <a:lnTo>
                  <a:pt x="89281" y="2286165"/>
                </a:lnTo>
                <a:lnTo>
                  <a:pt x="63271" y="2249848"/>
                </a:lnTo>
                <a:lnTo>
                  <a:pt x="41307" y="2210707"/>
                </a:lnTo>
                <a:lnTo>
                  <a:pt x="23692" y="2169046"/>
                </a:lnTo>
                <a:lnTo>
                  <a:pt x="10733" y="2125171"/>
                </a:lnTo>
                <a:lnTo>
                  <a:pt x="2734" y="2079387"/>
                </a:lnTo>
                <a:lnTo>
                  <a:pt x="0" y="2032000"/>
                </a:lnTo>
                <a:lnTo>
                  <a:pt x="0" y="4064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6437" y="2788730"/>
            <a:ext cx="577596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60" dirty="0">
                <a:solidFill>
                  <a:srgbClr val="000000"/>
                </a:solidFill>
              </a:rPr>
              <a:t>We're</a:t>
            </a:r>
            <a:r>
              <a:rPr sz="8000" spc="-470" dirty="0">
                <a:solidFill>
                  <a:srgbClr val="000000"/>
                </a:solidFill>
              </a:rPr>
              <a:t> </a:t>
            </a:r>
            <a:r>
              <a:rPr sz="8000" spc="-10" dirty="0">
                <a:solidFill>
                  <a:srgbClr val="000000"/>
                </a:solidFill>
              </a:rPr>
              <a:t>done!</a:t>
            </a:r>
            <a:endParaRPr sz="8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9309607" y="4567046"/>
            <a:ext cx="7674609" cy="2795905"/>
            <a:chOff x="9309607" y="4567046"/>
            <a:chExt cx="7674609" cy="2795905"/>
          </a:xfrm>
        </p:grpSpPr>
        <p:sp>
          <p:nvSpPr>
            <p:cNvPr id="5" name="object 5"/>
            <p:cNvSpPr/>
            <p:nvPr/>
          </p:nvSpPr>
          <p:spPr>
            <a:xfrm>
              <a:off x="9309608" y="4567046"/>
              <a:ext cx="7674609" cy="2795905"/>
            </a:xfrm>
            <a:custGeom>
              <a:avLst/>
              <a:gdLst/>
              <a:ahLst/>
              <a:cxnLst/>
              <a:rect l="l" t="t" r="r" b="b"/>
              <a:pathLst>
                <a:path w="7674609" h="2795904">
                  <a:moveTo>
                    <a:pt x="645414" y="2143379"/>
                  </a:moveTo>
                  <a:lnTo>
                    <a:pt x="593725" y="1976755"/>
                  </a:lnTo>
                  <a:lnTo>
                    <a:pt x="540385" y="1808861"/>
                  </a:lnTo>
                  <a:lnTo>
                    <a:pt x="485902" y="1640967"/>
                  </a:lnTo>
                  <a:lnTo>
                    <a:pt x="449072" y="1529842"/>
                  </a:lnTo>
                  <a:lnTo>
                    <a:pt x="411988" y="1419733"/>
                  </a:lnTo>
                  <a:lnTo>
                    <a:pt x="374650" y="1311021"/>
                  </a:lnTo>
                  <a:lnTo>
                    <a:pt x="337439" y="1204087"/>
                  </a:lnTo>
                  <a:lnTo>
                    <a:pt x="300101" y="1099312"/>
                  </a:lnTo>
                  <a:lnTo>
                    <a:pt x="263017" y="997204"/>
                  </a:lnTo>
                  <a:lnTo>
                    <a:pt x="226060" y="898144"/>
                  </a:lnTo>
                  <a:lnTo>
                    <a:pt x="189611" y="802386"/>
                  </a:lnTo>
                  <a:lnTo>
                    <a:pt x="153543" y="710438"/>
                  </a:lnTo>
                  <a:lnTo>
                    <a:pt x="118237" y="622554"/>
                  </a:lnTo>
                  <a:lnTo>
                    <a:pt x="83439" y="539369"/>
                  </a:lnTo>
                  <a:lnTo>
                    <a:pt x="49530" y="461137"/>
                  </a:lnTo>
                  <a:lnTo>
                    <a:pt x="32893" y="423926"/>
                  </a:lnTo>
                  <a:lnTo>
                    <a:pt x="254" y="353822"/>
                  </a:lnTo>
                  <a:lnTo>
                    <a:pt x="0" y="361442"/>
                  </a:lnTo>
                  <a:lnTo>
                    <a:pt x="0" y="372237"/>
                  </a:lnTo>
                  <a:lnTo>
                    <a:pt x="59436" y="566801"/>
                  </a:lnTo>
                  <a:lnTo>
                    <a:pt x="147828" y="862330"/>
                  </a:lnTo>
                  <a:lnTo>
                    <a:pt x="504698" y="2089277"/>
                  </a:lnTo>
                  <a:lnTo>
                    <a:pt x="520192" y="2141982"/>
                  </a:lnTo>
                  <a:lnTo>
                    <a:pt x="543687" y="2142998"/>
                  </a:lnTo>
                  <a:lnTo>
                    <a:pt x="567563" y="2143379"/>
                  </a:lnTo>
                  <a:lnTo>
                    <a:pt x="645414" y="2143379"/>
                  </a:lnTo>
                  <a:close/>
                </a:path>
                <a:path w="7674609" h="2795904">
                  <a:moveTo>
                    <a:pt x="1663192" y="2143379"/>
                  </a:moveTo>
                  <a:lnTo>
                    <a:pt x="1619758" y="2009267"/>
                  </a:lnTo>
                  <a:lnTo>
                    <a:pt x="1571117" y="1862328"/>
                  </a:lnTo>
                  <a:lnTo>
                    <a:pt x="1535049" y="1756029"/>
                  </a:lnTo>
                  <a:lnTo>
                    <a:pt x="1518285" y="1757172"/>
                  </a:lnTo>
                  <a:lnTo>
                    <a:pt x="1508760" y="1771904"/>
                  </a:lnTo>
                  <a:lnTo>
                    <a:pt x="1505966" y="1798955"/>
                  </a:lnTo>
                  <a:lnTo>
                    <a:pt x="1509268" y="1836928"/>
                  </a:lnTo>
                  <a:lnTo>
                    <a:pt x="1517777" y="1884426"/>
                  </a:lnTo>
                  <a:lnTo>
                    <a:pt x="1530858" y="1940179"/>
                  </a:lnTo>
                  <a:lnTo>
                    <a:pt x="1547876" y="2002917"/>
                  </a:lnTo>
                  <a:lnTo>
                    <a:pt x="1567942" y="2070989"/>
                  </a:lnTo>
                  <a:lnTo>
                    <a:pt x="1590548" y="2143379"/>
                  </a:lnTo>
                  <a:lnTo>
                    <a:pt x="1663192" y="2143379"/>
                  </a:lnTo>
                  <a:close/>
                </a:path>
                <a:path w="7674609" h="2795904">
                  <a:moveTo>
                    <a:pt x="3933825" y="2143379"/>
                  </a:moveTo>
                  <a:lnTo>
                    <a:pt x="3900932" y="2046732"/>
                  </a:lnTo>
                  <a:lnTo>
                    <a:pt x="3853561" y="1903857"/>
                  </a:lnTo>
                  <a:lnTo>
                    <a:pt x="3787902" y="1700784"/>
                  </a:lnTo>
                  <a:lnTo>
                    <a:pt x="3704209" y="1436370"/>
                  </a:lnTo>
                  <a:lnTo>
                    <a:pt x="3575177" y="1019302"/>
                  </a:lnTo>
                  <a:lnTo>
                    <a:pt x="3477260" y="698754"/>
                  </a:lnTo>
                  <a:lnTo>
                    <a:pt x="3402076" y="456184"/>
                  </a:lnTo>
                  <a:lnTo>
                    <a:pt x="3370834" y="352298"/>
                  </a:lnTo>
                  <a:lnTo>
                    <a:pt x="3355340" y="299974"/>
                  </a:lnTo>
                  <a:lnTo>
                    <a:pt x="3340354" y="247904"/>
                  </a:lnTo>
                  <a:lnTo>
                    <a:pt x="3325749" y="196215"/>
                  </a:lnTo>
                  <a:lnTo>
                    <a:pt x="3311906" y="145288"/>
                  </a:lnTo>
                  <a:lnTo>
                    <a:pt x="3298698" y="95504"/>
                  </a:lnTo>
                  <a:lnTo>
                    <a:pt x="3286506" y="46863"/>
                  </a:lnTo>
                  <a:lnTo>
                    <a:pt x="3275330" y="0"/>
                  </a:lnTo>
                  <a:lnTo>
                    <a:pt x="3044571" y="0"/>
                  </a:lnTo>
                  <a:lnTo>
                    <a:pt x="3125470" y="263144"/>
                  </a:lnTo>
                  <a:lnTo>
                    <a:pt x="3171190" y="408813"/>
                  </a:lnTo>
                  <a:lnTo>
                    <a:pt x="3214243" y="542671"/>
                  </a:lnTo>
                  <a:lnTo>
                    <a:pt x="3341116" y="931672"/>
                  </a:lnTo>
                  <a:lnTo>
                    <a:pt x="3469259" y="1332611"/>
                  </a:lnTo>
                  <a:lnTo>
                    <a:pt x="3643630" y="1889125"/>
                  </a:lnTo>
                  <a:lnTo>
                    <a:pt x="3722243" y="2143379"/>
                  </a:lnTo>
                  <a:lnTo>
                    <a:pt x="3933825" y="2143379"/>
                  </a:lnTo>
                  <a:close/>
                </a:path>
                <a:path w="7674609" h="2795904">
                  <a:moveTo>
                    <a:pt x="4700651" y="2161159"/>
                  </a:moveTo>
                  <a:lnTo>
                    <a:pt x="4630293" y="1906651"/>
                  </a:lnTo>
                  <a:lnTo>
                    <a:pt x="4603750" y="1808607"/>
                  </a:lnTo>
                  <a:lnTo>
                    <a:pt x="4585208" y="1754886"/>
                  </a:lnTo>
                  <a:lnTo>
                    <a:pt x="4567174" y="1706245"/>
                  </a:lnTo>
                  <a:lnTo>
                    <a:pt x="4549521" y="1661795"/>
                  </a:lnTo>
                  <a:lnTo>
                    <a:pt x="4532376" y="1620520"/>
                  </a:lnTo>
                  <a:lnTo>
                    <a:pt x="4481449" y="1503680"/>
                  </a:lnTo>
                  <a:lnTo>
                    <a:pt x="4464431" y="1463802"/>
                  </a:lnTo>
                  <a:lnTo>
                    <a:pt x="4447032" y="1421384"/>
                  </a:lnTo>
                  <a:lnTo>
                    <a:pt x="4429379" y="1375664"/>
                  </a:lnTo>
                  <a:lnTo>
                    <a:pt x="4411091" y="1325499"/>
                  </a:lnTo>
                  <a:lnTo>
                    <a:pt x="4392295" y="1269746"/>
                  </a:lnTo>
                  <a:lnTo>
                    <a:pt x="4372737" y="1207262"/>
                  </a:lnTo>
                  <a:lnTo>
                    <a:pt x="4352290" y="1137158"/>
                  </a:lnTo>
                  <a:lnTo>
                    <a:pt x="4343146" y="1095248"/>
                  </a:lnTo>
                  <a:lnTo>
                    <a:pt x="4333621" y="1053211"/>
                  </a:lnTo>
                  <a:lnTo>
                    <a:pt x="4323461" y="1011047"/>
                  </a:lnTo>
                  <a:lnTo>
                    <a:pt x="4312920" y="968502"/>
                  </a:lnTo>
                  <a:lnTo>
                    <a:pt x="4301871" y="925703"/>
                  </a:lnTo>
                  <a:lnTo>
                    <a:pt x="4290314" y="882396"/>
                  </a:lnTo>
                  <a:lnTo>
                    <a:pt x="4278249" y="838581"/>
                  </a:lnTo>
                  <a:lnTo>
                    <a:pt x="4265676" y="794258"/>
                  </a:lnTo>
                  <a:lnTo>
                    <a:pt x="4239133" y="703326"/>
                  </a:lnTo>
                  <a:lnTo>
                    <a:pt x="4210431" y="608965"/>
                  </a:lnTo>
                  <a:lnTo>
                    <a:pt x="4179824" y="510540"/>
                  </a:lnTo>
                  <a:lnTo>
                    <a:pt x="4016121" y="0"/>
                  </a:lnTo>
                  <a:lnTo>
                    <a:pt x="3617849" y="0"/>
                  </a:lnTo>
                  <a:lnTo>
                    <a:pt x="3990848" y="1257554"/>
                  </a:lnTo>
                  <a:lnTo>
                    <a:pt x="4110355" y="1652397"/>
                  </a:lnTo>
                  <a:lnTo>
                    <a:pt x="4201414" y="1947164"/>
                  </a:lnTo>
                  <a:lnTo>
                    <a:pt x="4263136" y="2143379"/>
                  </a:lnTo>
                  <a:lnTo>
                    <a:pt x="4557395" y="2143379"/>
                  </a:lnTo>
                  <a:lnTo>
                    <a:pt x="4594352" y="2144522"/>
                  </a:lnTo>
                  <a:lnTo>
                    <a:pt x="4630801" y="2147951"/>
                  </a:lnTo>
                  <a:lnTo>
                    <a:pt x="4666234" y="2153539"/>
                  </a:lnTo>
                  <a:lnTo>
                    <a:pt x="4700651" y="2161159"/>
                  </a:lnTo>
                  <a:close/>
                </a:path>
                <a:path w="7674609" h="2795904">
                  <a:moveTo>
                    <a:pt x="5450459" y="2742946"/>
                  </a:moveTo>
                  <a:lnTo>
                    <a:pt x="5436870" y="2662682"/>
                  </a:lnTo>
                  <a:lnTo>
                    <a:pt x="5414899" y="2591054"/>
                  </a:lnTo>
                  <a:lnTo>
                    <a:pt x="5399659" y="2543556"/>
                  </a:lnTo>
                  <a:lnTo>
                    <a:pt x="5383657" y="2495296"/>
                  </a:lnTo>
                  <a:lnTo>
                    <a:pt x="5350129" y="2396490"/>
                  </a:lnTo>
                  <a:lnTo>
                    <a:pt x="5242941" y="2089785"/>
                  </a:lnTo>
                  <a:lnTo>
                    <a:pt x="5207635" y="1987042"/>
                  </a:lnTo>
                  <a:lnTo>
                    <a:pt x="5173726" y="1885569"/>
                  </a:lnTo>
                  <a:lnTo>
                    <a:pt x="5157597" y="1835531"/>
                  </a:lnTo>
                  <a:lnTo>
                    <a:pt x="5142103" y="1786001"/>
                  </a:lnTo>
                  <a:lnTo>
                    <a:pt x="5127244" y="1737233"/>
                  </a:lnTo>
                  <a:lnTo>
                    <a:pt x="5110607" y="1680337"/>
                  </a:lnTo>
                  <a:lnTo>
                    <a:pt x="5095367" y="1626108"/>
                  </a:lnTo>
                  <a:lnTo>
                    <a:pt x="5081270" y="1574165"/>
                  </a:lnTo>
                  <a:lnTo>
                    <a:pt x="5068062" y="1524000"/>
                  </a:lnTo>
                  <a:lnTo>
                    <a:pt x="5043678" y="1428242"/>
                  </a:lnTo>
                  <a:lnTo>
                    <a:pt x="4997831" y="1243838"/>
                  </a:lnTo>
                  <a:lnTo>
                    <a:pt x="4985893" y="1197229"/>
                  </a:lnTo>
                  <a:lnTo>
                    <a:pt x="4959858" y="1100836"/>
                  </a:lnTo>
                  <a:lnTo>
                    <a:pt x="4945380" y="1050290"/>
                  </a:lnTo>
                  <a:lnTo>
                    <a:pt x="4929886" y="997839"/>
                  </a:lnTo>
                  <a:lnTo>
                    <a:pt x="4912868" y="942975"/>
                  </a:lnTo>
                  <a:lnTo>
                    <a:pt x="4865243" y="793623"/>
                  </a:lnTo>
                  <a:lnTo>
                    <a:pt x="4800346" y="594868"/>
                  </a:lnTo>
                  <a:lnTo>
                    <a:pt x="4717669" y="346964"/>
                  </a:lnTo>
                  <a:lnTo>
                    <a:pt x="4599686" y="0"/>
                  </a:lnTo>
                  <a:lnTo>
                    <a:pt x="4509135" y="0"/>
                  </a:lnTo>
                  <a:lnTo>
                    <a:pt x="4594479" y="293243"/>
                  </a:lnTo>
                  <a:lnTo>
                    <a:pt x="4679061" y="590550"/>
                  </a:lnTo>
                  <a:lnTo>
                    <a:pt x="5217033" y="2528443"/>
                  </a:lnTo>
                  <a:lnTo>
                    <a:pt x="5273548" y="2729230"/>
                  </a:lnTo>
                  <a:lnTo>
                    <a:pt x="5303774" y="2769489"/>
                  </a:lnTo>
                  <a:lnTo>
                    <a:pt x="5394579" y="2795651"/>
                  </a:lnTo>
                  <a:lnTo>
                    <a:pt x="5436616" y="2777363"/>
                  </a:lnTo>
                  <a:lnTo>
                    <a:pt x="5450459" y="2742946"/>
                  </a:lnTo>
                  <a:close/>
                </a:path>
                <a:path w="7674609" h="2795904">
                  <a:moveTo>
                    <a:pt x="5957062" y="2143379"/>
                  </a:moveTo>
                  <a:lnTo>
                    <a:pt x="5851652" y="1814830"/>
                  </a:lnTo>
                  <a:lnTo>
                    <a:pt x="5800598" y="1653159"/>
                  </a:lnTo>
                  <a:lnTo>
                    <a:pt x="5751449" y="1494155"/>
                  </a:lnTo>
                  <a:lnTo>
                    <a:pt x="5719826" y="1390015"/>
                  </a:lnTo>
                  <a:lnTo>
                    <a:pt x="5689473" y="1287526"/>
                  </a:lnTo>
                  <a:lnTo>
                    <a:pt x="5660390" y="1186942"/>
                  </a:lnTo>
                  <a:lnTo>
                    <a:pt x="5632704" y="1088263"/>
                  </a:lnTo>
                  <a:lnTo>
                    <a:pt x="5606669" y="991997"/>
                  </a:lnTo>
                  <a:lnTo>
                    <a:pt x="5582285" y="898144"/>
                  </a:lnTo>
                  <a:lnTo>
                    <a:pt x="5559806" y="806831"/>
                  </a:lnTo>
                  <a:lnTo>
                    <a:pt x="5539359" y="718439"/>
                  </a:lnTo>
                  <a:lnTo>
                    <a:pt x="5529961" y="675386"/>
                  </a:lnTo>
                  <a:lnTo>
                    <a:pt x="5512816" y="591566"/>
                  </a:lnTo>
                  <a:lnTo>
                    <a:pt x="5505196" y="550926"/>
                  </a:lnTo>
                  <a:lnTo>
                    <a:pt x="5498084" y="511175"/>
                  </a:lnTo>
                  <a:lnTo>
                    <a:pt x="5424043" y="306832"/>
                  </a:lnTo>
                  <a:lnTo>
                    <a:pt x="5351272" y="102362"/>
                  </a:lnTo>
                  <a:lnTo>
                    <a:pt x="5315331" y="0"/>
                  </a:lnTo>
                  <a:lnTo>
                    <a:pt x="4939157" y="0"/>
                  </a:lnTo>
                  <a:lnTo>
                    <a:pt x="4964176" y="83566"/>
                  </a:lnTo>
                  <a:lnTo>
                    <a:pt x="4989195" y="163322"/>
                  </a:lnTo>
                  <a:lnTo>
                    <a:pt x="5022596" y="266700"/>
                  </a:lnTo>
                  <a:lnTo>
                    <a:pt x="5056505" y="369316"/>
                  </a:lnTo>
                  <a:lnTo>
                    <a:pt x="5107940" y="521462"/>
                  </a:lnTo>
                  <a:lnTo>
                    <a:pt x="5280025" y="1019048"/>
                  </a:lnTo>
                  <a:lnTo>
                    <a:pt x="5330190" y="1166622"/>
                  </a:lnTo>
                  <a:lnTo>
                    <a:pt x="5362956" y="1264920"/>
                  </a:lnTo>
                  <a:lnTo>
                    <a:pt x="5394960" y="1363345"/>
                  </a:lnTo>
                  <a:lnTo>
                    <a:pt x="5426075" y="1461770"/>
                  </a:lnTo>
                  <a:lnTo>
                    <a:pt x="5442458" y="1515364"/>
                  </a:lnTo>
                  <a:lnTo>
                    <a:pt x="5457571" y="1567434"/>
                  </a:lnTo>
                  <a:lnTo>
                    <a:pt x="5471922" y="1618234"/>
                  </a:lnTo>
                  <a:lnTo>
                    <a:pt x="5498211" y="1716659"/>
                  </a:lnTo>
                  <a:lnTo>
                    <a:pt x="5522595" y="1812671"/>
                  </a:lnTo>
                  <a:lnTo>
                    <a:pt x="5558282" y="1955800"/>
                  </a:lnTo>
                  <a:lnTo>
                    <a:pt x="5583301" y="2053209"/>
                  </a:lnTo>
                  <a:lnTo>
                    <a:pt x="5596636" y="2103120"/>
                  </a:lnTo>
                  <a:lnTo>
                    <a:pt x="5610733" y="2154301"/>
                  </a:lnTo>
                  <a:lnTo>
                    <a:pt x="5634609" y="2149348"/>
                  </a:lnTo>
                  <a:lnTo>
                    <a:pt x="5658993" y="2146046"/>
                  </a:lnTo>
                  <a:lnTo>
                    <a:pt x="5684012" y="2144014"/>
                  </a:lnTo>
                  <a:lnTo>
                    <a:pt x="5709158" y="2143379"/>
                  </a:lnTo>
                  <a:lnTo>
                    <a:pt x="5957062" y="2143379"/>
                  </a:lnTo>
                  <a:close/>
                </a:path>
                <a:path w="7674609" h="2795904">
                  <a:moveTo>
                    <a:pt x="7674483" y="872744"/>
                  </a:moveTo>
                  <a:lnTo>
                    <a:pt x="7618095" y="709549"/>
                  </a:lnTo>
                  <a:lnTo>
                    <a:pt x="7566406" y="556768"/>
                  </a:lnTo>
                  <a:lnTo>
                    <a:pt x="7503033" y="365506"/>
                  </a:lnTo>
                  <a:lnTo>
                    <a:pt x="7402068" y="52705"/>
                  </a:lnTo>
                  <a:lnTo>
                    <a:pt x="7353427" y="35814"/>
                  </a:lnTo>
                  <a:lnTo>
                    <a:pt x="7301992" y="21971"/>
                  </a:lnTo>
                  <a:lnTo>
                    <a:pt x="7248017" y="11303"/>
                  </a:lnTo>
                  <a:lnTo>
                    <a:pt x="7192010" y="4064"/>
                  </a:lnTo>
                  <a:lnTo>
                    <a:pt x="7534021" y="1124077"/>
                  </a:lnTo>
                  <a:lnTo>
                    <a:pt x="7627239" y="1423924"/>
                  </a:lnTo>
                  <a:lnTo>
                    <a:pt x="7674483" y="1573022"/>
                  </a:lnTo>
                  <a:lnTo>
                    <a:pt x="7674483" y="872744"/>
                  </a:lnTo>
                  <a:close/>
                </a:path>
              </a:pathLst>
            </a:custGeom>
            <a:solidFill>
              <a:srgbClr val="42C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21050" y="6496049"/>
              <a:ext cx="123330" cy="2143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09608" y="4567046"/>
              <a:ext cx="7674609" cy="2729230"/>
            </a:xfrm>
            <a:custGeom>
              <a:avLst/>
              <a:gdLst/>
              <a:ahLst/>
              <a:cxnLst/>
              <a:rect l="l" t="t" r="r" b="b"/>
              <a:pathLst>
                <a:path w="7674609" h="2729229">
                  <a:moveTo>
                    <a:pt x="520065" y="2141982"/>
                  </a:moveTo>
                  <a:lnTo>
                    <a:pt x="177038" y="961771"/>
                  </a:lnTo>
                  <a:lnTo>
                    <a:pt x="89027" y="664718"/>
                  </a:lnTo>
                  <a:lnTo>
                    <a:pt x="29845" y="469265"/>
                  </a:lnTo>
                  <a:lnTo>
                    <a:pt x="0" y="372237"/>
                  </a:lnTo>
                  <a:lnTo>
                    <a:pt x="0" y="1781937"/>
                  </a:lnTo>
                  <a:lnTo>
                    <a:pt x="4064" y="1825244"/>
                  </a:lnTo>
                  <a:lnTo>
                    <a:pt x="15875" y="1866900"/>
                  </a:lnTo>
                  <a:lnTo>
                    <a:pt x="34925" y="1906778"/>
                  </a:lnTo>
                  <a:lnTo>
                    <a:pt x="60833" y="1944624"/>
                  </a:lnTo>
                  <a:lnTo>
                    <a:pt x="97155" y="1984121"/>
                  </a:lnTo>
                  <a:lnTo>
                    <a:pt x="140843" y="2020189"/>
                  </a:lnTo>
                  <a:lnTo>
                    <a:pt x="191135" y="2052320"/>
                  </a:lnTo>
                  <a:lnTo>
                    <a:pt x="247523" y="2080387"/>
                  </a:lnTo>
                  <a:lnTo>
                    <a:pt x="309245" y="2103755"/>
                  </a:lnTo>
                  <a:lnTo>
                    <a:pt x="375666" y="2122043"/>
                  </a:lnTo>
                  <a:lnTo>
                    <a:pt x="446151" y="2134997"/>
                  </a:lnTo>
                  <a:lnTo>
                    <a:pt x="520065" y="2141982"/>
                  </a:lnTo>
                  <a:close/>
                </a:path>
                <a:path w="7674609" h="2729229">
                  <a:moveTo>
                    <a:pt x="3722243" y="2143379"/>
                  </a:moveTo>
                  <a:lnTo>
                    <a:pt x="3677856" y="2003679"/>
                  </a:lnTo>
                  <a:lnTo>
                    <a:pt x="3609276" y="1787779"/>
                  </a:lnTo>
                  <a:lnTo>
                    <a:pt x="3560864" y="1635379"/>
                  </a:lnTo>
                  <a:lnTo>
                    <a:pt x="3548761" y="1597279"/>
                  </a:lnTo>
                  <a:lnTo>
                    <a:pt x="3405378" y="1140079"/>
                  </a:lnTo>
                  <a:lnTo>
                    <a:pt x="3318637" y="873379"/>
                  </a:lnTo>
                  <a:lnTo>
                    <a:pt x="3318637" y="1635379"/>
                  </a:lnTo>
                  <a:lnTo>
                    <a:pt x="3291459" y="1546479"/>
                  </a:lnTo>
                  <a:lnTo>
                    <a:pt x="3285236" y="1521079"/>
                  </a:lnTo>
                  <a:lnTo>
                    <a:pt x="3318637" y="1635379"/>
                  </a:lnTo>
                  <a:lnTo>
                    <a:pt x="3318637" y="873379"/>
                  </a:lnTo>
                  <a:lnTo>
                    <a:pt x="3292729" y="784479"/>
                  </a:lnTo>
                  <a:lnTo>
                    <a:pt x="3260217" y="695579"/>
                  </a:lnTo>
                  <a:lnTo>
                    <a:pt x="3260217" y="1444879"/>
                  </a:lnTo>
                  <a:lnTo>
                    <a:pt x="3242691" y="1394079"/>
                  </a:lnTo>
                  <a:lnTo>
                    <a:pt x="3248533" y="1406779"/>
                  </a:lnTo>
                  <a:lnTo>
                    <a:pt x="3260217" y="1444879"/>
                  </a:lnTo>
                  <a:lnTo>
                    <a:pt x="3260217" y="695579"/>
                  </a:lnTo>
                  <a:lnTo>
                    <a:pt x="3207512" y="530479"/>
                  </a:lnTo>
                  <a:lnTo>
                    <a:pt x="3201708" y="510476"/>
                  </a:lnTo>
                  <a:lnTo>
                    <a:pt x="3201708" y="1260729"/>
                  </a:lnTo>
                  <a:lnTo>
                    <a:pt x="3195853" y="1241679"/>
                  </a:lnTo>
                  <a:lnTo>
                    <a:pt x="3188081" y="1216279"/>
                  </a:lnTo>
                  <a:lnTo>
                    <a:pt x="3180588" y="1190879"/>
                  </a:lnTo>
                  <a:lnTo>
                    <a:pt x="3195967" y="1241679"/>
                  </a:lnTo>
                  <a:lnTo>
                    <a:pt x="3201708" y="1260729"/>
                  </a:lnTo>
                  <a:lnTo>
                    <a:pt x="3201708" y="510476"/>
                  </a:lnTo>
                  <a:lnTo>
                    <a:pt x="3200146" y="505079"/>
                  </a:lnTo>
                  <a:lnTo>
                    <a:pt x="3158617" y="378079"/>
                  </a:lnTo>
                  <a:lnTo>
                    <a:pt x="3156204" y="365379"/>
                  </a:lnTo>
                  <a:lnTo>
                    <a:pt x="3153308" y="355968"/>
                  </a:lnTo>
                  <a:lnTo>
                    <a:pt x="3153308" y="1111504"/>
                  </a:lnTo>
                  <a:lnTo>
                    <a:pt x="3150108" y="1101979"/>
                  </a:lnTo>
                  <a:lnTo>
                    <a:pt x="3124581" y="1025779"/>
                  </a:lnTo>
                  <a:lnTo>
                    <a:pt x="3121177" y="1015085"/>
                  </a:lnTo>
                  <a:lnTo>
                    <a:pt x="3095117" y="936879"/>
                  </a:lnTo>
                  <a:lnTo>
                    <a:pt x="3095117" y="1787779"/>
                  </a:lnTo>
                  <a:lnTo>
                    <a:pt x="3066923" y="1698879"/>
                  </a:lnTo>
                  <a:lnTo>
                    <a:pt x="3050806" y="1648079"/>
                  </a:lnTo>
                  <a:lnTo>
                    <a:pt x="2982341" y="1432179"/>
                  </a:lnTo>
                  <a:lnTo>
                    <a:pt x="3006598" y="1508379"/>
                  </a:lnTo>
                  <a:lnTo>
                    <a:pt x="3095117" y="1787779"/>
                  </a:lnTo>
                  <a:lnTo>
                    <a:pt x="3095117" y="936879"/>
                  </a:lnTo>
                  <a:lnTo>
                    <a:pt x="3092323" y="924179"/>
                  </a:lnTo>
                  <a:lnTo>
                    <a:pt x="3121177" y="1015085"/>
                  </a:lnTo>
                  <a:lnTo>
                    <a:pt x="3150146" y="1101979"/>
                  </a:lnTo>
                  <a:lnTo>
                    <a:pt x="3153308" y="1111504"/>
                  </a:lnTo>
                  <a:lnTo>
                    <a:pt x="3153308" y="355968"/>
                  </a:lnTo>
                  <a:lnTo>
                    <a:pt x="3093720" y="162179"/>
                  </a:lnTo>
                  <a:lnTo>
                    <a:pt x="3044571" y="9779"/>
                  </a:lnTo>
                  <a:lnTo>
                    <a:pt x="2967736" y="9779"/>
                  </a:lnTo>
                  <a:lnTo>
                    <a:pt x="2967736" y="1394079"/>
                  </a:lnTo>
                  <a:lnTo>
                    <a:pt x="2943479" y="1317879"/>
                  </a:lnTo>
                  <a:lnTo>
                    <a:pt x="2958592" y="1355979"/>
                  </a:lnTo>
                  <a:lnTo>
                    <a:pt x="2967736" y="1394079"/>
                  </a:lnTo>
                  <a:lnTo>
                    <a:pt x="2967736" y="9779"/>
                  </a:lnTo>
                  <a:lnTo>
                    <a:pt x="2790444" y="9779"/>
                  </a:lnTo>
                  <a:lnTo>
                    <a:pt x="2935224" y="441579"/>
                  </a:lnTo>
                  <a:lnTo>
                    <a:pt x="2917063" y="390779"/>
                  </a:lnTo>
                  <a:lnTo>
                    <a:pt x="2917063" y="1228979"/>
                  </a:lnTo>
                  <a:lnTo>
                    <a:pt x="2911221" y="1216279"/>
                  </a:lnTo>
                  <a:lnTo>
                    <a:pt x="2904236" y="1190879"/>
                  </a:lnTo>
                  <a:lnTo>
                    <a:pt x="2917063" y="1228979"/>
                  </a:lnTo>
                  <a:lnTo>
                    <a:pt x="2917063" y="390779"/>
                  </a:lnTo>
                  <a:lnTo>
                    <a:pt x="2886456" y="301879"/>
                  </a:lnTo>
                  <a:lnTo>
                    <a:pt x="2886456" y="1127379"/>
                  </a:lnTo>
                  <a:lnTo>
                    <a:pt x="2875788" y="1089279"/>
                  </a:lnTo>
                  <a:lnTo>
                    <a:pt x="2880106" y="1101979"/>
                  </a:lnTo>
                  <a:lnTo>
                    <a:pt x="2886456" y="1127379"/>
                  </a:lnTo>
                  <a:lnTo>
                    <a:pt x="2886456" y="301879"/>
                  </a:lnTo>
                  <a:lnTo>
                    <a:pt x="2823464" y="111379"/>
                  </a:lnTo>
                  <a:lnTo>
                    <a:pt x="2806954" y="60579"/>
                  </a:lnTo>
                  <a:lnTo>
                    <a:pt x="2806954" y="860679"/>
                  </a:lnTo>
                  <a:lnTo>
                    <a:pt x="2797937" y="835279"/>
                  </a:lnTo>
                  <a:lnTo>
                    <a:pt x="2751848" y="672820"/>
                  </a:lnTo>
                  <a:lnTo>
                    <a:pt x="2806954" y="860679"/>
                  </a:lnTo>
                  <a:lnTo>
                    <a:pt x="2806954" y="60579"/>
                  </a:lnTo>
                  <a:lnTo>
                    <a:pt x="2790444" y="9779"/>
                  </a:lnTo>
                  <a:lnTo>
                    <a:pt x="2750604" y="9779"/>
                  </a:lnTo>
                  <a:lnTo>
                    <a:pt x="2750604" y="668489"/>
                  </a:lnTo>
                  <a:lnTo>
                    <a:pt x="2747353" y="657479"/>
                  </a:lnTo>
                  <a:lnTo>
                    <a:pt x="2736342" y="619925"/>
                  </a:lnTo>
                  <a:lnTo>
                    <a:pt x="2736342" y="1444879"/>
                  </a:lnTo>
                  <a:lnTo>
                    <a:pt x="2720086" y="1406779"/>
                  </a:lnTo>
                  <a:lnTo>
                    <a:pt x="2710180" y="1368679"/>
                  </a:lnTo>
                  <a:lnTo>
                    <a:pt x="2736342" y="1444879"/>
                  </a:lnTo>
                  <a:lnTo>
                    <a:pt x="2736342" y="619925"/>
                  </a:lnTo>
                  <a:lnTo>
                    <a:pt x="2697099" y="486079"/>
                  </a:lnTo>
                  <a:lnTo>
                    <a:pt x="2697099" y="1330579"/>
                  </a:lnTo>
                  <a:lnTo>
                    <a:pt x="2686177" y="1305179"/>
                  </a:lnTo>
                  <a:lnTo>
                    <a:pt x="2665095" y="1241679"/>
                  </a:lnTo>
                  <a:lnTo>
                    <a:pt x="2697099" y="1330579"/>
                  </a:lnTo>
                  <a:lnTo>
                    <a:pt x="2697099" y="486079"/>
                  </a:lnTo>
                  <a:lnTo>
                    <a:pt x="2646807" y="314579"/>
                  </a:lnTo>
                  <a:lnTo>
                    <a:pt x="2626741" y="238379"/>
                  </a:lnTo>
                  <a:lnTo>
                    <a:pt x="2697099" y="479679"/>
                  </a:lnTo>
                  <a:lnTo>
                    <a:pt x="2747518" y="657479"/>
                  </a:lnTo>
                  <a:lnTo>
                    <a:pt x="2750604" y="668489"/>
                  </a:lnTo>
                  <a:lnTo>
                    <a:pt x="2750604" y="9779"/>
                  </a:lnTo>
                  <a:lnTo>
                    <a:pt x="2525268" y="9779"/>
                  </a:lnTo>
                  <a:lnTo>
                    <a:pt x="2472182" y="9779"/>
                  </a:lnTo>
                  <a:lnTo>
                    <a:pt x="2472182" y="1165479"/>
                  </a:lnTo>
                  <a:lnTo>
                    <a:pt x="2450846" y="1089279"/>
                  </a:lnTo>
                  <a:lnTo>
                    <a:pt x="2444877" y="1063879"/>
                  </a:lnTo>
                  <a:lnTo>
                    <a:pt x="2472182" y="1165479"/>
                  </a:lnTo>
                  <a:lnTo>
                    <a:pt x="2472182" y="9779"/>
                  </a:lnTo>
                  <a:lnTo>
                    <a:pt x="2414524" y="9779"/>
                  </a:lnTo>
                  <a:lnTo>
                    <a:pt x="2281809" y="9779"/>
                  </a:lnTo>
                  <a:lnTo>
                    <a:pt x="2343912" y="237020"/>
                  </a:lnTo>
                  <a:lnTo>
                    <a:pt x="2359152" y="289179"/>
                  </a:lnTo>
                  <a:lnTo>
                    <a:pt x="2365121" y="314579"/>
                  </a:lnTo>
                  <a:lnTo>
                    <a:pt x="2343912" y="237020"/>
                  </a:lnTo>
                  <a:lnTo>
                    <a:pt x="2340610" y="225679"/>
                  </a:lnTo>
                  <a:lnTo>
                    <a:pt x="2281809" y="9779"/>
                  </a:lnTo>
                  <a:lnTo>
                    <a:pt x="2075561" y="9779"/>
                  </a:lnTo>
                  <a:lnTo>
                    <a:pt x="2075561" y="898779"/>
                  </a:lnTo>
                  <a:lnTo>
                    <a:pt x="2063750" y="860679"/>
                  </a:lnTo>
                  <a:lnTo>
                    <a:pt x="2057273" y="835279"/>
                  </a:lnTo>
                  <a:lnTo>
                    <a:pt x="2075561" y="898779"/>
                  </a:lnTo>
                  <a:lnTo>
                    <a:pt x="2075561" y="9779"/>
                  </a:lnTo>
                  <a:lnTo>
                    <a:pt x="2044827" y="9779"/>
                  </a:lnTo>
                  <a:lnTo>
                    <a:pt x="2044827" y="784479"/>
                  </a:lnTo>
                  <a:lnTo>
                    <a:pt x="2032381" y="733679"/>
                  </a:lnTo>
                  <a:lnTo>
                    <a:pt x="2038858" y="759079"/>
                  </a:lnTo>
                  <a:lnTo>
                    <a:pt x="2044827" y="784479"/>
                  </a:lnTo>
                  <a:lnTo>
                    <a:pt x="2044827" y="9779"/>
                  </a:lnTo>
                  <a:lnTo>
                    <a:pt x="2019173" y="9779"/>
                  </a:lnTo>
                  <a:lnTo>
                    <a:pt x="2019173" y="682879"/>
                  </a:lnTo>
                  <a:lnTo>
                    <a:pt x="2005330" y="632079"/>
                  </a:lnTo>
                  <a:lnTo>
                    <a:pt x="2012696" y="657479"/>
                  </a:lnTo>
                  <a:lnTo>
                    <a:pt x="2019173" y="682879"/>
                  </a:lnTo>
                  <a:lnTo>
                    <a:pt x="2019173" y="9779"/>
                  </a:lnTo>
                  <a:lnTo>
                    <a:pt x="1992249" y="9779"/>
                  </a:lnTo>
                  <a:lnTo>
                    <a:pt x="1992249" y="581279"/>
                  </a:lnTo>
                  <a:lnTo>
                    <a:pt x="1985264" y="568579"/>
                  </a:lnTo>
                  <a:lnTo>
                    <a:pt x="1977898" y="530479"/>
                  </a:lnTo>
                  <a:lnTo>
                    <a:pt x="1992249" y="581279"/>
                  </a:lnTo>
                  <a:lnTo>
                    <a:pt x="1992249" y="9779"/>
                  </a:lnTo>
                  <a:lnTo>
                    <a:pt x="1963928" y="9779"/>
                  </a:lnTo>
                  <a:lnTo>
                    <a:pt x="1963928" y="492379"/>
                  </a:lnTo>
                  <a:lnTo>
                    <a:pt x="1949323" y="441579"/>
                  </a:lnTo>
                  <a:lnTo>
                    <a:pt x="1956816" y="466979"/>
                  </a:lnTo>
                  <a:lnTo>
                    <a:pt x="1963928" y="492379"/>
                  </a:lnTo>
                  <a:lnTo>
                    <a:pt x="1963928" y="9779"/>
                  </a:lnTo>
                  <a:lnTo>
                    <a:pt x="1934210" y="9779"/>
                  </a:lnTo>
                  <a:lnTo>
                    <a:pt x="1934210" y="390779"/>
                  </a:lnTo>
                  <a:lnTo>
                    <a:pt x="1919986" y="339979"/>
                  </a:lnTo>
                  <a:lnTo>
                    <a:pt x="1927352" y="365379"/>
                  </a:lnTo>
                  <a:lnTo>
                    <a:pt x="1934210" y="390779"/>
                  </a:lnTo>
                  <a:lnTo>
                    <a:pt x="1934210" y="9779"/>
                  </a:lnTo>
                  <a:lnTo>
                    <a:pt x="1904492" y="9779"/>
                  </a:lnTo>
                  <a:lnTo>
                    <a:pt x="1904492" y="289179"/>
                  </a:lnTo>
                  <a:lnTo>
                    <a:pt x="1888363" y="238379"/>
                  </a:lnTo>
                  <a:lnTo>
                    <a:pt x="1896999" y="263779"/>
                  </a:lnTo>
                  <a:lnTo>
                    <a:pt x="1904492" y="289179"/>
                  </a:lnTo>
                  <a:lnTo>
                    <a:pt x="1904492" y="9779"/>
                  </a:lnTo>
                  <a:lnTo>
                    <a:pt x="1875917" y="9779"/>
                  </a:lnTo>
                  <a:lnTo>
                    <a:pt x="1875917" y="187579"/>
                  </a:lnTo>
                  <a:lnTo>
                    <a:pt x="1865757" y="162179"/>
                  </a:lnTo>
                  <a:lnTo>
                    <a:pt x="1849374" y="111379"/>
                  </a:lnTo>
                  <a:lnTo>
                    <a:pt x="1875917" y="187579"/>
                  </a:lnTo>
                  <a:lnTo>
                    <a:pt x="1875917" y="9779"/>
                  </a:lnTo>
                  <a:lnTo>
                    <a:pt x="1638046" y="9779"/>
                  </a:lnTo>
                  <a:lnTo>
                    <a:pt x="1632077" y="9779"/>
                  </a:lnTo>
                  <a:lnTo>
                    <a:pt x="1632077" y="562940"/>
                  </a:lnTo>
                  <a:lnTo>
                    <a:pt x="1625625" y="543179"/>
                  </a:lnTo>
                  <a:lnTo>
                    <a:pt x="1588389" y="428879"/>
                  </a:lnTo>
                  <a:lnTo>
                    <a:pt x="1580515" y="403479"/>
                  </a:lnTo>
                  <a:lnTo>
                    <a:pt x="1625714" y="543179"/>
                  </a:lnTo>
                  <a:lnTo>
                    <a:pt x="1632077" y="562940"/>
                  </a:lnTo>
                  <a:lnTo>
                    <a:pt x="1632077" y="9779"/>
                  </a:lnTo>
                  <a:lnTo>
                    <a:pt x="1097153" y="9779"/>
                  </a:lnTo>
                  <a:lnTo>
                    <a:pt x="1097153" y="1889379"/>
                  </a:lnTo>
                  <a:lnTo>
                    <a:pt x="1068298" y="1800479"/>
                  </a:lnTo>
                  <a:lnTo>
                    <a:pt x="1051814" y="1749679"/>
                  </a:lnTo>
                  <a:lnTo>
                    <a:pt x="1082040" y="1838579"/>
                  </a:lnTo>
                  <a:lnTo>
                    <a:pt x="1097153" y="1889379"/>
                  </a:lnTo>
                  <a:lnTo>
                    <a:pt x="1097153" y="9779"/>
                  </a:lnTo>
                  <a:lnTo>
                    <a:pt x="1027557" y="9779"/>
                  </a:lnTo>
                  <a:lnTo>
                    <a:pt x="1027557" y="1660779"/>
                  </a:lnTo>
                  <a:lnTo>
                    <a:pt x="1018921" y="1635379"/>
                  </a:lnTo>
                  <a:lnTo>
                    <a:pt x="972820" y="1482979"/>
                  </a:lnTo>
                  <a:lnTo>
                    <a:pt x="1027557" y="1660779"/>
                  </a:lnTo>
                  <a:lnTo>
                    <a:pt x="1027557" y="9779"/>
                  </a:lnTo>
                  <a:lnTo>
                    <a:pt x="794385" y="9779"/>
                  </a:lnTo>
                  <a:lnTo>
                    <a:pt x="794385" y="797179"/>
                  </a:lnTo>
                  <a:lnTo>
                    <a:pt x="780161" y="759079"/>
                  </a:lnTo>
                  <a:lnTo>
                    <a:pt x="780161" y="1800479"/>
                  </a:lnTo>
                  <a:lnTo>
                    <a:pt x="735457" y="1648079"/>
                  </a:lnTo>
                  <a:lnTo>
                    <a:pt x="750824" y="1698879"/>
                  </a:lnTo>
                  <a:lnTo>
                    <a:pt x="780161" y="1800479"/>
                  </a:lnTo>
                  <a:lnTo>
                    <a:pt x="780161" y="759079"/>
                  </a:lnTo>
                  <a:lnTo>
                    <a:pt x="694778" y="481749"/>
                  </a:lnTo>
                  <a:lnTo>
                    <a:pt x="690245" y="469684"/>
                  </a:lnTo>
                  <a:lnTo>
                    <a:pt x="690245" y="1508379"/>
                  </a:lnTo>
                  <a:lnTo>
                    <a:pt x="645922" y="1355979"/>
                  </a:lnTo>
                  <a:lnTo>
                    <a:pt x="660908" y="1406779"/>
                  </a:lnTo>
                  <a:lnTo>
                    <a:pt x="690245" y="1508379"/>
                  </a:lnTo>
                  <a:lnTo>
                    <a:pt x="690245" y="469684"/>
                  </a:lnTo>
                  <a:lnTo>
                    <a:pt x="689229" y="466979"/>
                  </a:lnTo>
                  <a:lnTo>
                    <a:pt x="690245" y="466979"/>
                  </a:lnTo>
                  <a:lnTo>
                    <a:pt x="694778" y="481749"/>
                  </a:lnTo>
                  <a:lnTo>
                    <a:pt x="703580" y="505079"/>
                  </a:lnTo>
                  <a:lnTo>
                    <a:pt x="794385" y="797179"/>
                  </a:lnTo>
                  <a:lnTo>
                    <a:pt x="794385" y="9779"/>
                  </a:lnTo>
                  <a:lnTo>
                    <a:pt x="598678" y="9779"/>
                  </a:lnTo>
                  <a:lnTo>
                    <a:pt x="592366" y="9779"/>
                  </a:lnTo>
                  <a:lnTo>
                    <a:pt x="592366" y="1184300"/>
                  </a:lnTo>
                  <a:lnTo>
                    <a:pt x="586092" y="1165479"/>
                  </a:lnTo>
                  <a:lnTo>
                    <a:pt x="569341" y="1114679"/>
                  </a:lnTo>
                  <a:lnTo>
                    <a:pt x="553466" y="1063879"/>
                  </a:lnTo>
                  <a:lnTo>
                    <a:pt x="586346" y="1165479"/>
                  </a:lnTo>
                  <a:lnTo>
                    <a:pt x="592366" y="1184300"/>
                  </a:lnTo>
                  <a:lnTo>
                    <a:pt x="592366" y="9779"/>
                  </a:lnTo>
                  <a:lnTo>
                    <a:pt x="512826" y="9779"/>
                  </a:lnTo>
                  <a:lnTo>
                    <a:pt x="512826" y="936879"/>
                  </a:lnTo>
                  <a:lnTo>
                    <a:pt x="475615" y="822579"/>
                  </a:lnTo>
                  <a:lnTo>
                    <a:pt x="450977" y="746379"/>
                  </a:lnTo>
                  <a:lnTo>
                    <a:pt x="512826" y="936879"/>
                  </a:lnTo>
                  <a:lnTo>
                    <a:pt x="512826" y="9779"/>
                  </a:lnTo>
                  <a:lnTo>
                    <a:pt x="458597" y="9779"/>
                  </a:lnTo>
                  <a:lnTo>
                    <a:pt x="399415" y="22479"/>
                  </a:lnTo>
                  <a:lnTo>
                    <a:pt x="399415" y="581279"/>
                  </a:lnTo>
                  <a:lnTo>
                    <a:pt x="363728" y="479679"/>
                  </a:lnTo>
                  <a:lnTo>
                    <a:pt x="330835" y="378079"/>
                  </a:lnTo>
                  <a:lnTo>
                    <a:pt x="399415" y="581279"/>
                  </a:lnTo>
                  <a:lnTo>
                    <a:pt x="399415" y="22479"/>
                  </a:lnTo>
                  <a:lnTo>
                    <a:pt x="377444" y="22479"/>
                  </a:lnTo>
                  <a:lnTo>
                    <a:pt x="301625" y="47879"/>
                  </a:lnTo>
                  <a:lnTo>
                    <a:pt x="232029" y="73279"/>
                  </a:lnTo>
                  <a:lnTo>
                    <a:pt x="176022" y="111379"/>
                  </a:lnTo>
                  <a:lnTo>
                    <a:pt x="126619" y="136779"/>
                  </a:lnTo>
                  <a:lnTo>
                    <a:pt x="84201" y="174879"/>
                  </a:lnTo>
                  <a:lnTo>
                    <a:pt x="49784" y="225679"/>
                  </a:lnTo>
                  <a:lnTo>
                    <a:pt x="23749" y="263779"/>
                  </a:lnTo>
                  <a:lnTo>
                    <a:pt x="7112" y="314579"/>
                  </a:lnTo>
                  <a:lnTo>
                    <a:pt x="254" y="365379"/>
                  </a:lnTo>
                  <a:lnTo>
                    <a:pt x="16383" y="390779"/>
                  </a:lnTo>
                  <a:lnTo>
                    <a:pt x="32893" y="428879"/>
                  </a:lnTo>
                  <a:lnTo>
                    <a:pt x="49530" y="466979"/>
                  </a:lnTo>
                  <a:lnTo>
                    <a:pt x="66294" y="505079"/>
                  </a:lnTo>
                  <a:lnTo>
                    <a:pt x="83439" y="543179"/>
                  </a:lnTo>
                  <a:lnTo>
                    <a:pt x="100711" y="581279"/>
                  </a:lnTo>
                  <a:lnTo>
                    <a:pt x="135763" y="670179"/>
                  </a:lnTo>
                  <a:lnTo>
                    <a:pt x="171577" y="759079"/>
                  </a:lnTo>
                  <a:lnTo>
                    <a:pt x="207772" y="860679"/>
                  </a:lnTo>
                  <a:lnTo>
                    <a:pt x="244475" y="949579"/>
                  </a:lnTo>
                  <a:lnTo>
                    <a:pt x="318770" y="1152779"/>
                  </a:lnTo>
                  <a:lnTo>
                    <a:pt x="355981" y="1267079"/>
                  </a:lnTo>
                  <a:lnTo>
                    <a:pt x="393319" y="1368679"/>
                  </a:lnTo>
                  <a:lnTo>
                    <a:pt x="430530" y="1482979"/>
                  </a:lnTo>
                  <a:lnTo>
                    <a:pt x="467487" y="1597279"/>
                  </a:lnTo>
                  <a:lnTo>
                    <a:pt x="522351" y="1762379"/>
                  </a:lnTo>
                  <a:lnTo>
                    <a:pt x="576072" y="1927479"/>
                  </a:lnTo>
                  <a:lnTo>
                    <a:pt x="628396" y="2092579"/>
                  </a:lnTo>
                  <a:lnTo>
                    <a:pt x="645414" y="2143379"/>
                  </a:lnTo>
                  <a:lnTo>
                    <a:pt x="882777" y="2143379"/>
                  </a:lnTo>
                  <a:lnTo>
                    <a:pt x="839216" y="2003679"/>
                  </a:lnTo>
                  <a:lnTo>
                    <a:pt x="826262" y="1952879"/>
                  </a:lnTo>
                  <a:lnTo>
                    <a:pt x="882777" y="2143379"/>
                  </a:lnTo>
                  <a:lnTo>
                    <a:pt x="1590548" y="2143379"/>
                  </a:lnTo>
                  <a:lnTo>
                    <a:pt x="1567942" y="2079879"/>
                  </a:lnTo>
                  <a:lnTo>
                    <a:pt x="1547876" y="2003679"/>
                  </a:lnTo>
                  <a:lnTo>
                    <a:pt x="1534261" y="1952879"/>
                  </a:lnTo>
                  <a:lnTo>
                    <a:pt x="1530858" y="1940179"/>
                  </a:lnTo>
                  <a:lnTo>
                    <a:pt x="1517777" y="1889379"/>
                  </a:lnTo>
                  <a:lnTo>
                    <a:pt x="1509268" y="1838579"/>
                  </a:lnTo>
                  <a:lnTo>
                    <a:pt x="1505966" y="1800479"/>
                  </a:lnTo>
                  <a:lnTo>
                    <a:pt x="1508760" y="1775079"/>
                  </a:lnTo>
                  <a:lnTo>
                    <a:pt x="1518285" y="1762379"/>
                  </a:lnTo>
                  <a:lnTo>
                    <a:pt x="1535049" y="1762379"/>
                  </a:lnTo>
                  <a:lnTo>
                    <a:pt x="1588008" y="1914779"/>
                  </a:lnTo>
                  <a:lnTo>
                    <a:pt x="1634871" y="2067179"/>
                  </a:lnTo>
                  <a:lnTo>
                    <a:pt x="1663192" y="2143379"/>
                  </a:lnTo>
                  <a:lnTo>
                    <a:pt x="2935097" y="2143379"/>
                  </a:lnTo>
                  <a:lnTo>
                    <a:pt x="3212973" y="2143379"/>
                  </a:lnTo>
                  <a:lnTo>
                    <a:pt x="3181985" y="2054479"/>
                  </a:lnTo>
                  <a:lnTo>
                    <a:pt x="3166364" y="2003679"/>
                  </a:lnTo>
                  <a:lnTo>
                    <a:pt x="3212973" y="2143379"/>
                  </a:lnTo>
                  <a:lnTo>
                    <a:pt x="3722243" y="2143379"/>
                  </a:lnTo>
                  <a:close/>
                </a:path>
                <a:path w="7674609" h="2729229">
                  <a:moveTo>
                    <a:pt x="4263136" y="2143379"/>
                  </a:moveTo>
                  <a:lnTo>
                    <a:pt x="4170807" y="1848993"/>
                  </a:lnTo>
                  <a:lnTo>
                    <a:pt x="4065270" y="1504569"/>
                  </a:lnTo>
                  <a:lnTo>
                    <a:pt x="3617849" y="0"/>
                  </a:lnTo>
                  <a:lnTo>
                    <a:pt x="3275330" y="0"/>
                  </a:lnTo>
                  <a:lnTo>
                    <a:pt x="3286506" y="46863"/>
                  </a:lnTo>
                  <a:lnTo>
                    <a:pt x="3298698" y="95504"/>
                  </a:lnTo>
                  <a:lnTo>
                    <a:pt x="3311906" y="145288"/>
                  </a:lnTo>
                  <a:lnTo>
                    <a:pt x="3325749" y="196215"/>
                  </a:lnTo>
                  <a:lnTo>
                    <a:pt x="3340354" y="247904"/>
                  </a:lnTo>
                  <a:lnTo>
                    <a:pt x="3355340" y="299974"/>
                  </a:lnTo>
                  <a:lnTo>
                    <a:pt x="3386455" y="404368"/>
                  </a:lnTo>
                  <a:lnTo>
                    <a:pt x="3433318" y="557276"/>
                  </a:lnTo>
                  <a:lnTo>
                    <a:pt x="3503041" y="782828"/>
                  </a:lnTo>
                  <a:lnTo>
                    <a:pt x="3638296" y="1224407"/>
                  </a:lnTo>
                  <a:lnTo>
                    <a:pt x="3737724" y="1542796"/>
                  </a:lnTo>
                  <a:lnTo>
                    <a:pt x="3804526" y="1752600"/>
                  </a:lnTo>
                  <a:lnTo>
                    <a:pt x="3853561" y="1903857"/>
                  </a:lnTo>
                  <a:lnTo>
                    <a:pt x="3900932" y="2046732"/>
                  </a:lnTo>
                  <a:lnTo>
                    <a:pt x="3933698" y="2143379"/>
                  </a:lnTo>
                  <a:lnTo>
                    <a:pt x="4263136" y="2143379"/>
                  </a:lnTo>
                  <a:close/>
                </a:path>
                <a:path w="7674609" h="2729229">
                  <a:moveTo>
                    <a:pt x="5273548" y="2729230"/>
                  </a:moveTo>
                  <a:lnTo>
                    <a:pt x="4679061" y="590550"/>
                  </a:lnTo>
                  <a:lnTo>
                    <a:pt x="4594479" y="293243"/>
                  </a:lnTo>
                  <a:lnTo>
                    <a:pt x="4509135" y="0"/>
                  </a:lnTo>
                  <a:lnTo>
                    <a:pt x="4016121" y="0"/>
                  </a:lnTo>
                  <a:lnTo>
                    <a:pt x="4163695" y="459613"/>
                  </a:lnTo>
                  <a:lnTo>
                    <a:pt x="4195318" y="560324"/>
                  </a:lnTo>
                  <a:lnTo>
                    <a:pt x="4225036" y="656590"/>
                  </a:lnTo>
                  <a:lnTo>
                    <a:pt x="4252595" y="749173"/>
                  </a:lnTo>
                  <a:lnTo>
                    <a:pt x="4265676" y="794258"/>
                  </a:lnTo>
                  <a:lnTo>
                    <a:pt x="4278249" y="838581"/>
                  </a:lnTo>
                  <a:lnTo>
                    <a:pt x="4290314" y="882396"/>
                  </a:lnTo>
                  <a:lnTo>
                    <a:pt x="4301871" y="925703"/>
                  </a:lnTo>
                  <a:lnTo>
                    <a:pt x="4312920" y="968502"/>
                  </a:lnTo>
                  <a:lnTo>
                    <a:pt x="4323461" y="1011047"/>
                  </a:lnTo>
                  <a:lnTo>
                    <a:pt x="4333494" y="1053211"/>
                  </a:lnTo>
                  <a:lnTo>
                    <a:pt x="4343146" y="1095248"/>
                  </a:lnTo>
                  <a:lnTo>
                    <a:pt x="4352163" y="1137158"/>
                  </a:lnTo>
                  <a:lnTo>
                    <a:pt x="4372610" y="1207262"/>
                  </a:lnTo>
                  <a:lnTo>
                    <a:pt x="4392168" y="1269746"/>
                  </a:lnTo>
                  <a:lnTo>
                    <a:pt x="4411091" y="1325499"/>
                  </a:lnTo>
                  <a:lnTo>
                    <a:pt x="4429252" y="1375664"/>
                  </a:lnTo>
                  <a:lnTo>
                    <a:pt x="4447032" y="1421384"/>
                  </a:lnTo>
                  <a:lnTo>
                    <a:pt x="4464431" y="1463802"/>
                  </a:lnTo>
                  <a:lnTo>
                    <a:pt x="4481449" y="1503680"/>
                  </a:lnTo>
                  <a:lnTo>
                    <a:pt x="4515358" y="1581023"/>
                  </a:lnTo>
                  <a:lnTo>
                    <a:pt x="4532376" y="1620520"/>
                  </a:lnTo>
                  <a:lnTo>
                    <a:pt x="4549521" y="1661795"/>
                  </a:lnTo>
                  <a:lnTo>
                    <a:pt x="4567174" y="1706245"/>
                  </a:lnTo>
                  <a:lnTo>
                    <a:pt x="4585081" y="1754886"/>
                  </a:lnTo>
                  <a:lnTo>
                    <a:pt x="4603750" y="1808607"/>
                  </a:lnTo>
                  <a:lnTo>
                    <a:pt x="4671822" y="2057781"/>
                  </a:lnTo>
                  <a:lnTo>
                    <a:pt x="4700651" y="2161159"/>
                  </a:lnTo>
                  <a:lnTo>
                    <a:pt x="4790186" y="2194052"/>
                  </a:lnTo>
                  <a:lnTo>
                    <a:pt x="4862322" y="2242185"/>
                  </a:lnTo>
                  <a:lnTo>
                    <a:pt x="4925949" y="2304669"/>
                  </a:lnTo>
                  <a:lnTo>
                    <a:pt x="4961128" y="2342642"/>
                  </a:lnTo>
                  <a:lnTo>
                    <a:pt x="4997958" y="2384425"/>
                  </a:lnTo>
                  <a:lnTo>
                    <a:pt x="5036185" y="2429129"/>
                  </a:lnTo>
                  <a:lnTo>
                    <a:pt x="5075555" y="2476500"/>
                  </a:lnTo>
                  <a:lnTo>
                    <a:pt x="5115433" y="2525649"/>
                  </a:lnTo>
                  <a:lnTo>
                    <a:pt x="5155565" y="2576068"/>
                  </a:lnTo>
                  <a:lnTo>
                    <a:pt x="5195443" y="2627249"/>
                  </a:lnTo>
                  <a:lnTo>
                    <a:pt x="5234940" y="2678430"/>
                  </a:lnTo>
                  <a:lnTo>
                    <a:pt x="5273548" y="2729230"/>
                  </a:lnTo>
                  <a:close/>
                </a:path>
                <a:path w="7674609" h="2729229">
                  <a:moveTo>
                    <a:pt x="5610733" y="2154301"/>
                  </a:moveTo>
                  <a:lnTo>
                    <a:pt x="5596636" y="2103120"/>
                  </a:lnTo>
                  <a:lnTo>
                    <a:pt x="5583301" y="2053209"/>
                  </a:lnTo>
                  <a:lnTo>
                    <a:pt x="5558282" y="1955800"/>
                  </a:lnTo>
                  <a:lnTo>
                    <a:pt x="5510530" y="1764919"/>
                  </a:lnTo>
                  <a:lnTo>
                    <a:pt x="5498211" y="1716659"/>
                  </a:lnTo>
                  <a:lnTo>
                    <a:pt x="5471922" y="1618234"/>
                  </a:lnTo>
                  <a:lnTo>
                    <a:pt x="5457571" y="1567434"/>
                  </a:lnTo>
                  <a:lnTo>
                    <a:pt x="5442458" y="1515364"/>
                  </a:lnTo>
                  <a:lnTo>
                    <a:pt x="5426075" y="1461770"/>
                  </a:lnTo>
                  <a:lnTo>
                    <a:pt x="5394960" y="1363345"/>
                  </a:lnTo>
                  <a:lnTo>
                    <a:pt x="5362956" y="1264920"/>
                  </a:lnTo>
                  <a:lnTo>
                    <a:pt x="5330190" y="1166622"/>
                  </a:lnTo>
                  <a:lnTo>
                    <a:pt x="5280025" y="1019048"/>
                  </a:lnTo>
                  <a:lnTo>
                    <a:pt x="5125212" y="571754"/>
                  </a:lnTo>
                  <a:lnTo>
                    <a:pt x="5073650" y="420116"/>
                  </a:lnTo>
                  <a:lnTo>
                    <a:pt x="5039487" y="318135"/>
                  </a:lnTo>
                  <a:lnTo>
                    <a:pt x="5005832" y="215138"/>
                  </a:lnTo>
                  <a:lnTo>
                    <a:pt x="4972685" y="111125"/>
                  </a:lnTo>
                  <a:lnTo>
                    <a:pt x="4955667" y="55880"/>
                  </a:lnTo>
                  <a:lnTo>
                    <a:pt x="4939157" y="0"/>
                  </a:lnTo>
                  <a:lnTo>
                    <a:pt x="4599686" y="0"/>
                  </a:lnTo>
                  <a:lnTo>
                    <a:pt x="4717669" y="346964"/>
                  </a:lnTo>
                  <a:lnTo>
                    <a:pt x="4800346" y="594868"/>
                  </a:lnTo>
                  <a:lnTo>
                    <a:pt x="4865243" y="793623"/>
                  </a:lnTo>
                  <a:lnTo>
                    <a:pt x="4912868" y="942975"/>
                  </a:lnTo>
                  <a:lnTo>
                    <a:pt x="4929886" y="997839"/>
                  </a:lnTo>
                  <a:lnTo>
                    <a:pt x="4945380" y="1050290"/>
                  </a:lnTo>
                  <a:lnTo>
                    <a:pt x="4959858" y="1100836"/>
                  </a:lnTo>
                  <a:lnTo>
                    <a:pt x="4985893" y="1197229"/>
                  </a:lnTo>
                  <a:lnTo>
                    <a:pt x="5009388" y="1289939"/>
                  </a:lnTo>
                  <a:lnTo>
                    <a:pt x="5055616" y="1475486"/>
                  </a:lnTo>
                  <a:lnTo>
                    <a:pt x="5068062" y="1524000"/>
                  </a:lnTo>
                  <a:lnTo>
                    <a:pt x="5081270" y="1574165"/>
                  </a:lnTo>
                  <a:lnTo>
                    <a:pt x="5095367" y="1626108"/>
                  </a:lnTo>
                  <a:lnTo>
                    <a:pt x="5110607" y="1680337"/>
                  </a:lnTo>
                  <a:lnTo>
                    <a:pt x="5127244" y="1737233"/>
                  </a:lnTo>
                  <a:lnTo>
                    <a:pt x="5142103" y="1786001"/>
                  </a:lnTo>
                  <a:lnTo>
                    <a:pt x="5157597" y="1835531"/>
                  </a:lnTo>
                  <a:lnTo>
                    <a:pt x="5173726" y="1885569"/>
                  </a:lnTo>
                  <a:lnTo>
                    <a:pt x="5190490" y="1936115"/>
                  </a:lnTo>
                  <a:lnTo>
                    <a:pt x="5225161" y="2038350"/>
                  </a:lnTo>
                  <a:lnTo>
                    <a:pt x="5350129" y="2396490"/>
                  </a:lnTo>
                  <a:lnTo>
                    <a:pt x="5383657" y="2495296"/>
                  </a:lnTo>
                  <a:lnTo>
                    <a:pt x="5399659" y="2543556"/>
                  </a:lnTo>
                  <a:lnTo>
                    <a:pt x="5414899" y="2591054"/>
                  </a:lnTo>
                  <a:lnTo>
                    <a:pt x="5436870" y="2662682"/>
                  </a:lnTo>
                  <a:lnTo>
                    <a:pt x="5428107" y="2606040"/>
                  </a:lnTo>
                  <a:lnTo>
                    <a:pt x="5420741" y="2550033"/>
                  </a:lnTo>
                  <a:lnTo>
                    <a:pt x="5415915" y="2495042"/>
                  </a:lnTo>
                  <a:lnTo>
                    <a:pt x="5414264" y="2441829"/>
                  </a:lnTo>
                  <a:lnTo>
                    <a:pt x="5416677" y="2391029"/>
                  </a:lnTo>
                  <a:lnTo>
                    <a:pt x="5424170" y="2343150"/>
                  </a:lnTo>
                  <a:lnTo>
                    <a:pt x="5437505" y="2298700"/>
                  </a:lnTo>
                  <a:lnTo>
                    <a:pt x="5457571" y="2258441"/>
                  </a:lnTo>
                  <a:lnTo>
                    <a:pt x="5485257" y="2222881"/>
                  </a:lnTo>
                  <a:lnTo>
                    <a:pt x="5566791" y="2168398"/>
                  </a:lnTo>
                  <a:lnTo>
                    <a:pt x="5599303" y="2157222"/>
                  </a:lnTo>
                  <a:lnTo>
                    <a:pt x="5610733" y="2154301"/>
                  </a:lnTo>
                  <a:close/>
                </a:path>
                <a:path w="7674609" h="2729229">
                  <a:moveTo>
                    <a:pt x="7674483" y="1573022"/>
                  </a:moveTo>
                  <a:lnTo>
                    <a:pt x="7596124" y="1324229"/>
                  </a:lnTo>
                  <a:lnTo>
                    <a:pt x="7192137" y="4064"/>
                  </a:lnTo>
                  <a:lnTo>
                    <a:pt x="7171182" y="2286"/>
                  </a:lnTo>
                  <a:lnTo>
                    <a:pt x="7149973" y="1016"/>
                  </a:lnTo>
                  <a:lnTo>
                    <a:pt x="7128510" y="254"/>
                  </a:lnTo>
                  <a:lnTo>
                    <a:pt x="7106920" y="0"/>
                  </a:lnTo>
                  <a:lnTo>
                    <a:pt x="5315331" y="0"/>
                  </a:lnTo>
                  <a:lnTo>
                    <a:pt x="5387467" y="204597"/>
                  </a:lnTo>
                  <a:lnTo>
                    <a:pt x="5460873" y="409067"/>
                  </a:lnTo>
                  <a:lnTo>
                    <a:pt x="5498084" y="511175"/>
                  </a:lnTo>
                  <a:lnTo>
                    <a:pt x="5505196" y="550926"/>
                  </a:lnTo>
                  <a:lnTo>
                    <a:pt x="5512816" y="591566"/>
                  </a:lnTo>
                  <a:lnTo>
                    <a:pt x="5529961" y="675386"/>
                  </a:lnTo>
                  <a:lnTo>
                    <a:pt x="5539359" y="718439"/>
                  </a:lnTo>
                  <a:lnTo>
                    <a:pt x="5559806" y="806831"/>
                  </a:lnTo>
                  <a:lnTo>
                    <a:pt x="5582285" y="898144"/>
                  </a:lnTo>
                  <a:lnTo>
                    <a:pt x="5606669" y="991997"/>
                  </a:lnTo>
                  <a:lnTo>
                    <a:pt x="5632704" y="1088263"/>
                  </a:lnTo>
                  <a:lnTo>
                    <a:pt x="5660263" y="1186815"/>
                  </a:lnTo>
                  <a:lnTo>
                    <a:pt x="5689473" y="1287526"/>
                  </a:lnTo>
                  <a:lnTo>
                    <a:pt x="5719826" y="1390015"/>
                  </a:lnTo>
                  <a:lnTo>
                    <a:pt x="5767578" y="1546860"/>
                  </a:lnTo>
                  <a:lnTo>
                    <a:pt x="5817362" y="1706753"/>
                  </a:lnTo>
                  <a:lnTo>
                    <a:pt x="5921629" y="2033270"/>
                  </a:lnTo>
                  <a:lnTo>
                    <a:pt x="5957062" y="2143379"/>
                  </a:lnTo>
                  <a:lnTo>
                    <a:pt x="6239256" y="2143379"/>
                  </a:lnTo>
                  <a:lnTo>
                    <a:pt x="6223000" y="2073783"/>
                  </a:lnTo>
                  <a:lnTo>
                    <a:pt x="6213348" y="2015490"/>
                  </a:lnTo>
                  <a:lnTo>
                    <a:pt x="6211443" y="1970659"/>
                  </a:lnTo>
                  <a:lnTo>
                    <a:pt x="6218301" y="1941195"/>
                  </a:lnTo>
                  <a:lnTo>
                    <a:pt x="6235192" y="1929003"/>
                  </a:lnTo>
                  <a:lnTo>
                    <a:pt x="6263132" y="1936115"/>
                  </a:lnTo>
                  <a:lnTo>
                    <a:pt x="6288278" y="2000504"/>
                  </a:lnTo>
                  <a:lnTo>
                    <a:pt x="6307963" y="2055495"/>
                  </a:lnTo>
                  <a:lnTo>
                    <a:pt x="6323203" y="2102612"/>
                  </a:lnTo>
                  <a:lnTo>
                    <a:pt x="6334760" y="2143379"/>
                  </a:lnTo>
                  <a:lnTo>
                    <a:pt x="7106920" y="2143379"/>
                  </a:lnTo>
                  <a:lnTo>
                    <a:pt x="7184009" y="2140077"/>
                  </a:lnTo>
                  <a:lnTo>
                    <a:pt x="7257796" y="2130425"/>
                  </a:lnTo>
                  <a:lnTo>
                    <a:pt x="7327900" y="2114931"/>
                  </a:lnTo>
                  <a:lnTo>
                    <a:pt x="7393432" y="2093976"/>
                  </a:lnTo>
                  <a:lnTo>
                    <a:pt x="7453757" y="2068068"/>
                  </a:lnTo>
                  <a:lnTo>
                    <a:pt x="7508240" y="2037461"/>
                  </a:lnTo>
                  <a:lnTo>
                    <a:pt x="7556246" y="2002790"/>
                  </a:lnTo>
                  <a:lnTo>
                    <a:pt x="7597013" y="1964436"/>
                  </a:lnTo>
                  <a:lnTo>
                    <a:pt x="7629906" y="1922653"/>
                  </a:lnTo>
                  <a:lnTo>
                    <a:pt x="7654163" y="1878076"/>
                  </a:lnTo>
                  <a:lnTo>
                    <a:pt x="7669276" y="1830959"/>
                  </a:lnTo>
                  <a:lnTo>
                    <a:pt x="7674483" y="1781937"/>
                  </a:lnTo>
                  <a:lnTo>
                    <a:pt x="7674483" y="1573022"/>
                  </a:lnTo>
                  <a:close/>
                </a:path>
                <a:path w="7674609" h="2729229">
                  <a:moveTo>
                    <a:pt x="7674483" y="361442"/>
                  </a:moveTo>
                  <a:lnTo>
                    <a:pt x="7669403" y="313182"/>
                  </a:lnTo>
                  <a:lnTo>
                    <a:pt x="7654798" y="266954"/>
                  </a:lnTo>
                  <a:lnTo>
                    <a:pt x="7631303" y="223012"/>
                  </a:lnTo>
                  <a:lnTo>
                    <a:pt x="7599553" y="181864"/>
                  </a:lnTo>
                  <a:lnTo>
                    <a:pt x="7560056" y="143764"/>
                  </a:lnTo>
                  <a:lnTo>
                    <a:pt x="7513574" y="109347"/>
                  </a:lnTo>
                  <a:lnTo>
                    <a:pt x="7460615" y="78740"/>
                  </a:lnTo>
                  <a:lnTo>
                    <a:pt x="7402068" y="52705"/>
                  </a:lnTo>
                  <a:lnTo>
                    <a:pt x="7487920" y="319532"/>
                  </a:lnTo>
                  <a:lnTo>
                    <a:pt x="7550023" y="507746"/>
                  </a:lnTo>
                  <a:lnTo>
                    <a:pt x="7600442" y="657606"/>
                  </a:lnTo>
                  <a:lnTo>
                    <a:pt x="7655052" y="817118"/>
                  </a:lnTo>
                  <a:lnTo>
                    <a:pt x="7674483" y="872744"/>
                  </a:lnTo>
                  <a:lnTo>
                    <a:pt x="7674483" y="361442"/>
                  </a:lnTo>
                  <a:close/>
                </a:path>
              </a:pathLst>
            </a:custGeom>
            <a:solidFill>
              <a:srgbClr val="42C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94417" y="4822316"/>
            <a:ext cx="5916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3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found</a:t>
            </a:r>
            <a:r>
              <a:rPr sz="36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helpful,</a:t>
            </a:r>
            <a:r>
              <a:rPr sz="3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don't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4981" y="5241112"/>
            <a:ext cx="60344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forget</a:t>
            </a:r>
            <a:r>
              <a:rPr sz="3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follow</a:t>
            </a:r>
            <a:r>
              <a:rPr sz="3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6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GitHub.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47529" y="5698997"/>
            <a:ext cx="681647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  <a:hlinkClick r:id="rId3"/>
              </a:rPr>
              <a:t>https://github.com/chandanXP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3618" y="5241112"/>
            <a:ext cx="753872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600" b="1" spc="-95" dirty="0">
                <a:latin typeface="Trebuchet MS"/>
                <a:cs typeface="Trebuchet MS"/>
              </a:rPr>
              <a:t>Repurposing</a:t>
            </a:r>
            <a:r>
              <a:rPr sz="3600" b="1" spc="-20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version</a:t>
            </a:r>
            <a:r>
              <a:rPr sz="3600" b="1" spc="-280" dirty="0">
                <a:latin typeface="Trebuchet MS"/>
                <a:cs typeface="Trebuchet MS"/>
              </a:rPr>
              <a:t> </a:t>
            </a:r>
            <a:r>
              <a:rPr sz="3600" b="1" spc="-100" dirty="0">
                <a:latin typeface="Trebuchet MS"/>
                <a:cs typeface="Trebuchet MS"/>
              </a:rPr>
              <a:t>control</a:t>
            </a:r>
            <a:r>
              <a:rPr sz="3600" b="1" spc="-330" dirty="0">
                <a:latin typeface="Trebuchet MS"/>
                <a:cs typeface="Trebuchet MS"/>
              </a:rPr>
              <a:t> </a:t>
            </a:r>
            <a:r>
              <a:rPr sz="3600" b="1" spc="-140" dirty="0">
                <a:latin typeface="Trebuchet MS"/>
                <a:cs typeface="Trebuchet MS"/>
              </a:rPr>
              <a:t>software</a:t>
            </a:r>
            <a:r>
              <a:rPr sz="3600" b="1" spc="-15" dirty="0">
                <a:latin typeface="Trebuchet MS"/>
                <a:cs typeface="Trebuchet MS"/>
              </a:rPr>
              <a:t> </a:t>
            </a:r>
            <a:r>
              <a:rPr sz="3600" b="1" spc="-114" dirty="0">
                <a:latin typeface="Trebuchet MS"/>
                <a:cs typeface="Trebuchet MS"/>
              </a:rPr>
              <a:t>for</a:t>
            </a:r>
            <a:r>
              <a:rPr sz="3600" b="1" spc="-330" dirty="0">
                <a:latin typeface="Trebuchet MS"/>
                <a:cs typeface="Trebuchet MS"/>
              </a:rPr>
              <a:t> </a:t>
            </a:r>
            <a:r>
              <a:rPr sz="3600" b="1" spc="-20" dirty="0">
                <a:latin typeface="Trebuchet MS"/>
                <a:cs typeface="Trebuchet MS"/>
              </a:rPr>
              <a:t>science </a:t>
            </a:r>
            <a:r>
              <a:rPr sz="3600" b="1" spc="-120" dirty="0">
                <a:latin typeface="Trebuchet MS"/>
                <a:cs typeface="Trebuchet MS"/>
              </a:rPr>
              <a:t>represents</a:t>
            </a:r>
            <a:r>
              <a:rPr sz="3600" b="1" spc="-32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a</a:t>
            </a:r>
            <a:r>
              <a:rPr sz="3600" b="1" spc="-330" dirty="0">
                <a:latin typeface="Trebuchet MS"/>
                <a:cs typeface="Trebuchet MS"/>
              </a:rPr>
              <a:t> </a:t>
            </a:r>
            <a:r>
              <a:rPr sz="3600" b="1" spc="-140" dirty="0">
                <a:latin typeface="Trebuchet MS"/>
                <a:cs typeface="Trebuchet MS"/>
              </a:rPr>
              <a:t>transparent,</a:t>
            </a:r>
            <a:r>
              <a:rPr sz="3600" b="1" spc="-15" dirty="0">
                <a:latin typeface="Trebuchet MS"/>
                <a:cs typeface="Trebuchet MS"/>
              </a:rPr>
              <a:t> </a:t>
            </a:r>
            <a:r>
              <a:rPr sz="3600" b="1" spc="-114" dirty="0">
                <a:latin typeface="Trebuchet MS"/>
                <a:cs typeface="Trebuchet MS"/>
              </a:rPr>
              <a:t>replicable,</a:t>
            </a:r>
            <a:r>
              <a:rPr sz="3600" b="1" spc="85" dirty="0">
                <a:latin typeface="Trebuchet MS"/>
                <a:cs typeface="Trebuchet MS"/>
              </a:rPr>
              <a:t> </a:t>
            </a:r>
            <a:r>
              <a:rPr sz="3600" b="1" spc="-60" dirty="0">
                <a:latin typeface="Trebuchet MS"/>
                <a:cs typeface="Trebuchet MS"/>
              </a:rPr>
              <a:t>a</a:t>
            </a:r>
            <a:r>
              <a:rPr sz="3600" b="1" spc="-65" dirty="0">
                <a:latin typeface="Trebuchet MS"/>
                <a:cs typeface="Trebuchet MS"/>
              </a:rPr>
              <a:t>n</a:t>
            </a:r>
            <a:r>
              <a:rPr sz="3600" b="1" dirty="0">
                <a:latin typeface="Trebuchet MS"/>
                <a:cs typeface="Trebuchet MS"/>
              </a:rPr>
              <a:t>d</a:t>
            </a:r>
            <a:r>
              <a:rPr sz="3600" b="1" spc="-320" dirty="0">
                <a:latin typeface="Trebuchet MS"/>
                <a:cs typeface="Trebuchet MS"/>
              </a:rPr>
              <a:t> </a:t>
            </a:r>
            <a:r>
              <a:rPr sz="3600" b="1" spc="-90" dirty="0">
                <a:latin typeface="Trebuchet MS"/>
                <a:cs typeface="Trebuchet MS"/>
              </a:rPr>
              <a:t>streamlined</a:t>
            </a:r>
            <a:r>
              <a:rPr sz="3600" b="1" spc="-155" dirty="0">
                <a:latin typeface="Trebuchet MS"/>
                <a:cs typeface="Trebuchet MS"/>
              </a:rPr>
              <a:t> </a:t>
            </a:r>
            <a:r>
              <a:rPr sz="3600" b="1" spc="-85" dirty="0">
                <a:latin typeface="Trebuchet MS"/>
                <a:cs typeface="Trebuchet MS"/>
              </a:rPr>
              <a:t>process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618" y="6846569"/>
            <a:ext cx="7647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30" dirty="0">
                <a:latin typeface="Trebuchet MS"/>
                <a:cs typeface="Trebuchet MS"/>
              </a:rPr>
              <a:t>that</a:t>
            </a:r>
            <a:r>
              <a:rPr sz="3600" b="1" spc="-254" dirty="0">
                <a:latin typeface="Trebuchet MS"/>
                <a:cs typeface="Trebuchet MS"/>
              </a:rPr>
              <a:t> </a:t>
            </a:r>
            <a:r>
              <a:rPr sz="3600" b="1" spc="-120" dirty="0">
                <a:latin typeface="Trebuchet MS"/>
                <a:cs typeface="Trebuchet MS"/>
              </a:rPr>
              <a:t>fosters</a:t>
            </a:r>
            <a:r>
              <a:rPr sz="3600" b="1" spc="-265" dirty="0">
                <a:latin typeface="Trebuchet MS"/>
                <a:cs typeface="Trebuchet MS"/>
              </a:rPr>
              <a:t> </a:t>
            </a:r>
            <a:r>
              <a:rPr sz="3600" b="1" spc="-105" dirty="0">
                <a:latin typeface="Trebuchet MS"/>
                <a:cs typeface="Trebuchet MS"/>
              </a:rPr>
              <a:t>responsible</a:t>
            </a:r>
            <a:r>
              <a:rPr sz="3600" b="1" spc="-13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collaboration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200" y="349823"/>
            <a:ext cx="4515739" cy="4515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3358</Words>
  <Application>Microsoft Office PowerPoint</Application>
  <PresentationFormat>Custom</PresentationFormat>
  <Paragraphs>465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Arial</vt:lpstr>
      <vt:lpstr>Arial Black</vt:lpstr>
      <vt:lpstr>Arial MT</vt:lpstr>
      <vt:lpstr>Calibri</vt:lpstr>
      <vt:lpstr>Consolas</vt:lpstr>
      <vt:lpstr>Courier New</vt:lpstr>
      <vt:lpstr>Google Sans</vt:lpstr>
      <vt:lpstr>Tahoma</vt:lpstr>
      <vt:lpstr>Times New Roman</vt:lpstr>
      <vt:lpstr>Trebuchet MS</vt:lpstr>
      <vt:lpstr>Wingdings</vt:lpstr>
      <vt:lpstr>Office Theme</vt:lpstr>
      <vt:lpstr>PowerPoint Presentation</vt:lpstr>
      <vt:lpstr>Today's Agenda</vt:lpstr>
      <vt:lpstr>Prerequisite</vt:lpstr>
      <vt:lpstr>Prerequisite</vt:lpstr>
      <vt:lpstr>Git</vt:lpstr>
      <vt:lpstr>PowerPoint Presentation</vt:lpstr>
      <vt:lpstr>PowerPoint Presentation</vt:lpstr>
      <vt:lpstr>PowerPoint Presentation</vt:lpstr>
      <vt:lpstr>WHAT ARE GIT AND GITHUB?</vt:lpstr>
      <vt:lpstr>What is Git?</vt:lpstr>
      <vt:lpstr>What is GitHub?</vt:lpstr>
      <vt:lpstr>Set up your git hub Profile</vt:lpstr>
      <vt:lpstr>PowerPoint Presentation</vt:lpstr>
      <vt:lpstr>Step 3:  Save and Publish </vt:lpstr>
      <vt:lpstr>Creating my Webpage on internet for free</vt:lpstr>
      <vt:lpstr>Step 2: Write Your Webpage Code </vt:lpstr>
      <vt:lpstr>Step 3: Enable GitHub Pages </vt:lpstr>
      <vt:lpstr>PowerPoint Presentation</vt:lpstr>
      <vt:lpstr>PowerPoint Presentation</vt:lpstr>
      <vt:lpstr>PowerPoint Presentation</vt:lpstr>
      <vt:lpstr>1. Install Git from git-scm.com</vt:lpstr>
      <vt:lpstr>PowerPoint Presentation</vt:lpstr>
      <vt:lpstr>Creating and Cloning a GitHub Repository</vt:lpstr>
      <vt:lpstr>Git Clone</vt:lpstr>
      <vt:lpstr>Pushing Changes to GitHub</vt:lpstr>
      <vt:lpstr>Pulling Changes from GitHub</vt:lpstr>
      <vt:lpstr>Branching Basics</vt:lpstr>
      <vt:lpstr>Making Changes in Branch</vt:lpstr>
      <vt:lpstr>Merging Branches</vt:lpstr>
      <vt:lpstr>PowerPoint Presentation</vt:lpstr>
      <vt:lpstr>Deleting a Branch</vt:lpstr>
      <vt:lpstr>Useful Git Commands Cheat Sheet</vt:lpstr>
      <vt:lpstr>What is Git LFS?</vt:lpstr>
      <vt:lpstr>PowerPoint Presentation</vt:lpstr>
      <vt:lpstr>PowerPoint Presentation</vt:lpstr>
      <vt:lpstr>GIT CAN BE COMPLICATED AT FIRST BUT IS EASY TO LEARN</vt:lpstr>
      <vt:lpstr>MANY GIT COMMANDS CAN BE EXECTUED WITH GITHUB</vt:lpstr>
      <vt:lpstr>HOW DOES GIT WORK: KEY CONCEPTS</vt:lpstr>
      <vt:lpstr>KEY CONCEPTS: COMMIT</vt:lpstr>
      <vt:lpstr>WHAT IS AN SHA-1 HASH?</vt:lpstr>
      <vt:lpstr>KEY CONCEPTS: REPOSITORIES</vt:lpstr>
      <vt:lpstr>PowerPoint Presentation</vt:lpstr>
      <vt:lpstr>KEY CONCEPTS: BRANCHES</vt:lpstr>
      <vt:lpstr>PowerPoint Presentation</vt:lpstr>
      <vt:lpstr>KEY CONCEPTS: README.MD</vt:lpstr>
      <vt:lpstr>MARKDOWN</vt:lpstr>
      <vt:lpstr>PowerPoint Presentation</vt:lpstr>
      <vt:lpstr>KEY CONCEPS: MAKING A COMMIT</vt:lpstr>
      <vt:lpstr>WRITING A GOOD COMMIT MESSAGE</vt:lpstr>
      <vt:lpstr>WRITING A GOOD COMMIT MESSAGE</vt:lpstr>
      <vt:lpstr>PowerPoint Presentation</vt:lpstr>
      <vt:lpstr>PowerPoint Presentation</vt:lpstr>
      <vt:lpstr>PowerPoint Presentation</vt:lpstr>
      <vt:lpstr>Understanding GitHub Workflow</vt:lpstr>
      <vt:lpstr>PowerPoint Presentation</vt:lpstr>
      <vt:lpstr>Are you ready?</vt:lpstr>
      <vt:lpstr>git init</vt:lpstr>
      <vt:lpstr>ADDITIONAL RESOURCES</vt:lpstr>
      <vt:lpstr>We're done!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LOVNISH VERMA</dc:creator>
  <cp:keywords>NIELIT</cp:keywords>
  <cp:lastModifiedBy>imjunior471@gmail.com</cp:lastModifiedBy>
  <cp:revision>3</cp:revision>
  <dcterms:created xsi:type="dcterms:W3CDTF">2026-07-01T18:07:25Z</dcterms:created>
  <dcterms:modified xsi:type="dcterms:W3CDTF">2026-07-01T19:17:30Z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2025-06-03T00:00:00Z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2026-07-01T00:00:00Z</vt:filetime>
  </property>
  <property fmtid="{D5CDD505-2E9C-101B-9397-08002B2CF9AE}" pid="6" name="Producer">
    <vt:lpwstr>Microsoft® PowerPoint® for Microsoft 365</vt:lpwstr>
  </property>
</Properties>
</file>