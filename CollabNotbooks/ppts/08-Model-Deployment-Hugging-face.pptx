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6" r:id="rId5"/>
    <p:sldId id="267" r:id="rId6"/>
    <p:sldId id="268" r:id="rId7"/>
    <p:sldId id="262" r:id="rId8"/>
    <p:sldId id="263" r:id="rId9"/>
    <p:sldId id="269" r:id="rId10"/>
    <p:sldId id="264" r:id="rId11"/>
    <p:sldId id="265" r:id="rId12"/>
    <p:sldId id="257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9B78-69D8-1F1B-8F59-4DF96D017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51B3E-FE2F-CE46-FBEA-BBBC128E1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1AE03-74EF-B55E-1820-CFE3215A8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417F3-4CF5-E42A-CCA2-0A8297F9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0D8F7-8D31-353C-E8B5-4FDD51A9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3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52C8-4275-B173-F73D-1C70B85D8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55170-8122-1811-3051-1BFD6A1E4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6FCA-5F60-6796-6DDC-0F7D7D8F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DEDB1-AA56-8607-1052-D6005182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BA253-BD2B-7D4E-43A1-21D6C6573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318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EB1E-FA2D-7185-F379-94A1C3B0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B6404-A402-2E97-7F2D-52A12B3B3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7A67E-D1AF-A6CA-6A54-33BB81DC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39C18-5D6C-AFBE-1AF4-BD87D847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454A6-8E96-4660-B589-B0D5C95E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74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38AA1-C34C-5F72-7916-068F80B4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7FFC-B676-3AA0-4EE8-555853310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DD242-59EE-8A7A-D2D4-BFED7CE26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3CE37-2071-41D6-5826-1D83F5F7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7A741-FEB9-D8E1-FCC6-6A1CCECC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8E8C7-3EB9-D25B-645B-435AA886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34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3865-E792-F9FB-539C-41BC2F8E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6D921-7788-129C-CCA2-DE5D331CD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BE95D-AEE9-6DE4-867F-19107ACBE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DAD73-DC8C-E802-794F-5C722C01D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655D9-B724-74D8-7A5C-CAEC3A7476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582DB-9783-5E8C-36B4-31EC4F601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2B3685-4BF2-D2CB-8651-71BD6B3C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6BDBD2-AA07-CB70-157E-881738B5F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99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56AA-8D31-FDB0-1A15-B20C0542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A09A4-3F8D-91DD-AC3F-338421C7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C9796-572B-7B1B-BFB9-43290BD7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D9B83-9FDD-B9D0-8CEC-D2A8D373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05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47249-ADEA-A108-A0AB-73847190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41307-38FD-D092-EBB7-B18A5FB8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8FBB7-D1F7-8627-1AFA-444498FB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28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953DD-B5BF-94AC-874F-E59732D9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B81C-2D7C-185B-FABF-27F38847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1BE9E-156B-3ABF-DF1E-CFFDBC600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0E807-51C7-2B9E-D93B-A4EAE4E3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7F1F5-2D69-25BF-750F-A39AC9FF8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77A7A-3EA7-257A-61EE-D220C7B9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766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BA35-F90F-7053-13FE-8C394F72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059066-E26B-9978-A7AE-39992D7D5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91C1A-7792-2D8F-577A-4FE7CE3B2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702C8-C711-CA6A-3031-C251D1FC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EDFB1-B6AC-7A75-A40E-7BBCE9F2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41109-00DF-4498-ABC5-1468B742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71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92D0C-0B6C-3366-6950-9A2622B6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1D28A-4C96-8688-9DC1-98AB4B87F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2A6B-750E-AD26-7924-4A51001B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B7286-4680-AD25-0FD1-E3134361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8F062-60DA-4A64-BE8A-0E1247F8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58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4B566C-E696-6985-0F2C-91EEAD324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F9B04-0354-BE48-1BB9-FF66A69AD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76A38-F2B3-69AD-BD49-C1DF74EA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F084-4829-59DB-7FB6-7544F176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9E94B-E107-7138-DCBC-4C174852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07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1F8989-08F4-EAF5-7247-1431117D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BD23C-D155-8B47-59F4-7009332E7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84570-A724-D8D9-1ECC-C5BC42341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79717-5EA5-47A8-B71A-34CE35DCB95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7F095-5879-9B0B-FEE3-2A5C10EA0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49480-94AF-77F4-35E3-7CF594D5E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047DA-0EB3-4420-AFC6-0A53AAE0B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295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chandansaroj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handan-saroj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5A33-9179-BAD4-A86F-8E120BA67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4010" y="1923323"/>
            <a:ext cx="9144000" cy="2387600"/>
          </a:xfrm>
        </p:spPr>
        <p:txBody>
          <a:bodyPr/>
          <a:lstStyle/>
          <a:p>
            <a:pPr algn="l"/>
            <a:r>
              <a:rPr lang="en-US" dirty="0"/>
              <a:t>Host my ML Model to Internet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10829-BB5F-9E8A-4E7B-EC4E2D290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3587" y="4242320"/>
            <a:ext cx="6903438" cy="67105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By Chandan Saroj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2E6A5-A521-0E34-3CFA-1B46BAA78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106" y="1044594"/>
            <a:ext cx="4193034" cy="41930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80905C-B7F7-AB3E-4B3A-868921A6706C}"/>
              </a:ext>
            </a:extLst>
          </p:cNvPr>
          <p:cNvSpPr txBox="1"/>
          <p:nvPr/>
        </p:nvSpPr>
        <p:spPr>
          <a:xfrm>
            <a:off x="6254888" y="3472879"/>
            <a:ext cx="7086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0" i="0" dirty="0">
                <a:solidFill>
                  <a:srgbClr val="E4E2E3"/>
                </a:solidFill>
                <a:effectLst/>
                <a:latin typeface="Courier New" panose="02070309020205020404" pitchFamily="49" charset="0"/>
              </a:rPr>
              <a:t>❤️</a:t>
            </a:r>
            <a:endParaRPr lang="en-IN" sz="4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4E6A5E-1D2A-2747-868D-F5EA62916EEC}"/>
              </a:ext>
            </a:extLst>
          </p:cNvPr>
          <p:cNvSpPr txBox="1"/>
          <p:nvPr/>
        </p:nvSpPr>
        <p:spPr>
          <a:xfrm rot="451583" flipH="1">
            <a:off x="7438553" y="816511"/>
            <a:ext cx="275822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800" b="0" i="0" dirty="0">
                <a:solidFill>
                  <a:srgbClr val="E4E2E3"/>
                </a:solidFill>
                <a:effectLst/>
                <a:latin typeface="Courier New" panose="02070309020205020404" pitchFamily="49" charset="0"/>
              </a:rPr>
              <a:t>👀</a:t>
            </a:r>
            <a:endParaRPr lang="en-IN" sz="13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1D7D6-7041-AD29-5F1D-76A35D2D4EC3}"/>
              </a:ext>
            </a:extLst>
          </p:cNvPr>
          <p:cNvSpPr txBox="1"/>
          <p:nvPr/>
        </p:nvSpPr>
        <p:spPr>
          <a:xfrm>
            <a:off x="3853587" y="4588012"/>
            <a:ext cx="718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hlinkClick r:id="rId3"/>
              </a:rPr>
              <a:t>chandansaroj.in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F4191E1-CD62-DB60-E00C-99CCBDAA6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323" y="4566451"/>
            <a:ext cx="1648687" cy="15663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730F72-C2CC-85F9-B649-5D2953DC5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049" y="1825128"/>
            <a:ext cx="3187216" cy="7082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90D3F18-B7B1-70E5-22F7-BAF7DB774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4963" y="4036753"/>
            <a:ext cx="1470460" cy="143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24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4D7BA-586D-9A20-68D7-0A9F1236B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7791" y="2383354"/>
            <a:ext cx="7487856" cy="4351338"/>
          </a:xfrm>
        </p:spPr>
        <p:txBody>
          <a:bodyPr/>
          <a:lstStyle/>
          <a:p>
            <a:r>
              <a:rPr lang="en-IN" dirty="0"/>
              <a:t>Hugging Face is the home for all Machine Learning tasks.</a:t>
            </a:r>
          </a:p>
          <a:p>
            <a:r>
              <a:rPr lang="en-IN" dirty="0"/>
              <a:t>demos, use cases, models, datasets, and more!</a:t>
            </a:r>
          </a:p>
          <a:p>
            <a:r>
              <a:rPr lang="en-IN" dirty="0"/>
              <a:t>step-by-step guide to hosting your application from scratch.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33FBD-C202-68EA-7819-289F15CBE0D9}"/>
              </a:ext>
            </a:extLst>
          </p:cNvPr>
          <p:cNvSpPr txBox="1"/>
          <p:nvPr/>
        </p:nvSpPr>
        <p:spPr>
          <a:xfrm>
            <a:off x="720525" y="2383354"/>
            <a:ext cx="301809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600" b="0" i="0" dirty="0">
                <a:solidFill>
                  <a:srgbClr val="E4E2E3"/>
                </a:solidFill>
                <a:effectLst/>
                <a:latin typeface="Courier New" panose="02070309020205020404" pitchFamily="49" charset="0"/>
              </a:rPr>
              <a:t>🧠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13A149-226D-72C1-6A83-2F4FDF4D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16" y="639313"/>
            <a:ext cx="6548481" cy="145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5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6B92-2BAA-C577-BEDF-E3E8200F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</a:t>
            </a: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Create</a:t>
            </a:r>
            <a:r>
              <a:rPr lang="en-IN" dirty="0"/>
              <a:t> Your Hugging Face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FF63E-6590-F0D8-50A9-93C6AEB7F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268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Log in to </a:t>
            </a:r>
            <a:r>
              <a:rPr lang="en-IN" dirty="0">
                <a:hlinkClick r:id="rId2"/>
              </a:rPr>
              <a:t>Hugging Face</a:t>
            </a:r>
            <a:r>
              <a:rPr lang="en-IN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Click on your profile picture in the top-right corner and select </a:t>
            </a:r>
            <a:r>
              <a:rPr lang="en-IN" b="1" dirty="0"/>
              <a:t>New Space</a:t>
            </a:r>
            <a:r>
              <a:rPr lang="en-IN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Space Name:</a:t>
            </a:r>
            <a:r>
              <a:rPr lang="en-IN" dirty="0"/>
              <a:t> Enter a name for your project (</a:t>
            </a: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rent-estimator-ml</a:t>
            </a:r>
            <a:r>
              <a:rPr lang="en-IN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License:</a:t>
            </a:r>
            <a:r>
              <a:rPr lang="en-IN" dirty="0"/>
              <a:t> You can leave this blank or select </a:t>
            </a:r>
            <a:r>
              <a:rPr lang="en-IN" dirty="0" err="1"/>
              <a:t>mit</a:t>
            </a:r>
            <a:r>
              <a:rPr lang="en-IN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Select the Space SDK:</a:t>
            </a:r>
            <a:r>
              <a:rPr lang="en-IN" dirty="0"/>
              <a:t> Click on </a:t>
            </a:r>
            <a:r>
              <a:rPr lang="en-IN" b="1" dirty="0" err="1"/>
              <a:t>Gradio</a:t>
            </a:r>
            <a:r>
              <a:rPr lang="en-IN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Space Hardware:</a:t>
            </a:r>
            <a:r>
              <a:rPr lang="en-IN" dirty="0"/>
              <a:t> Ensure </a:t>
            </a:r>
            <a:r>
              <a:rPr lang="en-IN" b="1" dirty="0" err="1"/>
              <a:t>ZeroGPU</a:t>
            </a:r>
            <a:r>
              <a:rPr lang="en-IN" b="1" dirty="0"/>
              <a:t> (Free)</a:t>
            </a:r>
            <a:r>
              <a:rPr lang="en-IN" dirty="0"/>
              <a:t> is selected.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Click the </a:t>
            </a:r>
            <a:r>
              <a:rPr lang="en-IN" b="1" dirty="0">
                <a:solidFill>
                  <a:srgbClr val="FFC000"/>
                </a:solidFill>
                <a:latin typeface="Consolas" panose="020B0609020204030204" pitchFamily="49" charset="0"/>
              </a:rPr>
              <a:t>Create Space</a:t>
            </a: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IN" dirty="0"/>
              <a:t>button.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C6349-CC03-55D9-F8D4-04A52ADA8EBB}"/>
              </a:ext>
            </a:extLst>
          </p:cNvPr>
          <p:cNvSpPr txBox="1"/>
          <p:nvPr/>
        </p:nvSpPr>
        <p:spPr>
          <a:xfrm>
            <a:off x="9677400" y="4276884"/>
            <a:ext cx="23876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800" b="0" i="0" dirty="0">
                <a:solidFill>
                  <a:srgbClr val="E4E2E3"/>
                </a:solidFill>
                <a:effectLst/>
                <a:latin typeface="Courier New" panose="02070309020205020404" pitchFamily="49" charset="0"/>
              </a:rPr>
              <a:t>👍</a:t>
            </a:r>
            <a:endParaRPr lang="en-IN" sz="13800" dirty="0"/>
          </a:p>
        </p:txBody>
      </p:sp>
    </p:spTree>
    <p:extLst>
      <p:ext uri="{BB962C8B-B14F-4D97-AF65-F5344CB8AC3E}">
        <p14:creationId xmlns:p14="http://schemas.microsoft.com/office/powerpoint/2010/main" val="438258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04437-ED39-B5CB-6D55-F56A6F9B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space on </a:t>
            </a:r>
            <a:r>
              <a:rPr lang="en-US" dirty="0" err="1"/>
              <a:t>huggingface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09C3D-29E2-2322-ECD7-17779CE62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669"/>
            <a:ext cx="4463005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New space</a:t>
            </a:r>
          </a:p>
          <a:p>
            <a:pPr marL="0" indent="0">
              <a:buNone/>
            </a:pPr>
            <a:r>
              <a:rPr lang="en-US" dirty="0"/>
              <a:t>“✚ 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New</a:t>
            </a:r>
            <a:r>
              <a:rPr lang="en-US" dirty="0"/>
              <a:t>”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A2AE6-1891-8F49-6903-FC116347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46" y="2758566"/>
            <a:ext cx="3538624" cy="37415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7CBC8B-A2C8-B883-C920-36A2E4D931E7}"/>
              </a:ext>
            </a:extLst>
          </p:cNvPr>
          <p:cNvSpPr txBox="1"/>
          <p:nvPr/>
        </p:nvSpPr>
        <p:spPr>
          <a:xfrm>
            <a:off x="1151079" y="6070242"/>
            <a:ext cx="13143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👆</a:t>
            </a:r>
            <a:endParaRPr lang="en-IN" sz="6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B88240A-0516-1B60-49AB-D723EFF91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487" y="2738022"/>
            <a:ext cx="5322205" cy="3747719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DF5B3F2-B03D-EB57-C903-9AB7383E1458}"/>
              </a:ext>
            </a:extLst>
          </p:cNvPr>
          <p:cNvSpPr txBox="1">
            <a:spLocks/>
          </p:cNvSpPr>
          <p:nvPr/>
        </p:nvSpPr>
        <p:spPr>
          <a:xfrm>
            <a:off x="5762899" y="1570669"/>
            <a:ext cx="799688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2. Enter a name of your space 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b="1" dirty="0">
                <a:solidFill>
                  <a:srgbClr val="FFC000"/>
                </a:solidFill>
                <a:latin typeface="Consolas" panose="020B0609020204030204" pitchFamily="49" charset="0"/>
              </a:rPr>
              <a:t>rent-predictor</a:t>
            </a:r>
            <a:r>
              <a:rPr lang="en-US" dirty="0"/>
              <a:t>”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51677D-D6F0-B488-524B-B94C4271ACA7}"/>
              </a:ext>
            </a:extLst>
          </p:cNvPr>
          <p:cNvSpPr txBox="1"/>
          <p:nvPr/>
        </p:nvSpPr>
        <p:spPr>
          <a:xfrm>
            <a:off x="4540358" y="4064319"/>
            <a:ext cx="1086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➜</a:t>
            </a:r>
          </a:p>
        </p:txBody>
      </p:sp>
    </p:spTree>
    <p:extLst>
      <p:ext uri="{BB962C8B-B14F-4D97-AF65-F5344CB8AC3E}">
        <p14:creationId xmlns:p14="http://schemas.microsoft.com/office/powerpoint/2010/main" val="378741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BED9-00D6-D56D-5578-09E2D778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94" y="409093"/>
            <a:ext cx="11353800" cy="1325563"/>
          </a:xfrm>
        </p:spPr>
        <p:txBody>
          <a:bodyPr/>
          <a:lstStyle/>
          <a:p>
            <a:r>
              <a:rPr lang="en-US" dirty="0"/>
              <a:t>Select </a:t>
            </a:r>
            <a:r>
              <a:rPr lang="en-US" dirty="0" err="1">
                <a:solidFill>
                  <a:srgbClr val="FFC000"/>
                </a:solidFill>
              </a:rPr>
              <a:t>Gradio</a:t>
            </a:r>
            <a:r>
              <a:rPr lang="en-US" dirty="0"/>
              <a:t>, select </a:t>
            </a:r>
            <a:r>
              <a:rPr lang="en-US" dirty="0">
                <a:solidFill>
                  <a:srgbClr val="FFC000"/>
                </a:solidFill>
              </a:rPr>
              <a:t>public</a:t>
            </a:r>
            <a:r>
              <a:rPr lang="en-US" dirty="0"/>
              <a:t> then </a:t>
            </a:r>
            <a:r>
              <a:rPr lang="en-US" dirty="0">
                <a:solidFill>
                  <a:srgbClr val="FFC000"/>
                </a:solidFill>
              </a:rPr>
              <a:t>Create Space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4291B8-0F36-E57F-21F0-F9D34C3F2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308" y="1888062"/>
            <a:ext cx="3994775" cy="3281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4CE61F-0FAF-B632-D238-FAAFDB698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209" y="1794076"/>
            <a:ext cx="5645379" cy="43365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7942FF-C8E7-D57C-A639-F0D445634AD8}"/>
              </a:ext>
            </a:extLst>
          </p:cNvPr>
          <p:cNvSpPr txBox="1"/>
          <p:nvPr/>
        </p:nvSpPr>
        <p:spPr>
          <a:xfrm>
            <a:off x="5931423" y="5818554"/>
            <a:ext cx="13143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👆</a:t>
            </a:r>
            <a:endParaRPr lang="en-IN" sz="6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538D99-0B05-9151-EF01-6DB6D8A06249}"/>
              </a:ext>
            </a:extLst>
          </p:cNvPr>
          <p:cNvSpPr txBox="1"/>
          <p:nvPr/>
        </p:nvSpPr>
        <p:spPr>
          <a:xfrm rot="5400000">
            <a:off x="5190646" y="3113514"/>
            <a:ext cx="13143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👆</a:t>
            </a:r>
            <a:endParaRPr lang="en-IN" sz="6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EE1345-C65F-8169-C3D3-4B00B43DB616}"/>
              </a:ext>
            </a:extLst>
          </p:cNvPr>
          <p:cNvSpPr txBox="1"/>
          <p:nvPr/>
        </p:nvSpPr>
        <p:spPr>
          <a:xfrm>
            <a:off x="1847492" y="2598003"/>
            <a:ext cx="13143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👆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72677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062B-B37B-8118-79BE-9EFF24649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289" y="-9721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  <a:latin typeface="Consolas" panose="020B0609020204030204" pitchFamily="49" charset="0"/>
              </a:rPr>
              <a:t>Open</a:t>
            </a:r>
            <a:r>
              <a:rPr lang="en-US" dirty="0"/>
              <a:t> your Newly Created Space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C49F98-F90F-7B7C-12B6-24325C4FA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465" y="942542"/>
            <a:ext cx="11707070" cy="5747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32A245-286A-4C08-A7BE-691CC1F76DFB}"/>
              </a:ext>
            </a:extLst>
          </p:cNvPr>
          <p:cNvSpPr txBox="1"/>
          <p:nvPr/>
        </p:nvSpPr>
        <p:spPr>
          <a:xfrm>
            <a:off x="10691752" y="2805098"/>
            <a:ext cx="11729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👆</a:t>
            </a:r>
            <a:endParaRPr lang="en-IN" sz="6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C5416-489F-6539-D9B0-2AD6E1516C6E}"/>
              </a:ext>
            </a:extLst>
          </p:cNvPr>
          <p:cNvSpPr txBox="1"/>
          <p:nvPr/>
        </p:nvSpPr>
        <p:spPr>
          <a:xfrm rot="5400000">
            <a:off x="-174224" y="4937134"/>
            <a:ext cx="833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👆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DB4A55-BE1E-01DC-166B-02D4AEC82161}"/>
              </a:ext>
            </a:extLst>
          </p:cNvPr>
          <p:cNvSpPr txBox="1"/>
          <p:nvPr/>
        </p:nvSpPr>
        <p:spPr>
          <a:xfrm rot="5400000">
            <a:off x="-87413" y="5353823"/>
            <a:ext cx="6597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👆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3E33FA-B166-7D67-88B5-85911DA4AE1D}"/>
              </a:ext>
            </a:extLst>
          </p:cNvPr>
          <p:cNvSpPr txBox="1"/>
          <p:nvPr/>
        </p:nvSpPr>
        <p:spPr>
          <a:xfrm rot="5400000">
            <a:off x="-87413" y="5902962"/>
            <a:ext cx="6597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👆</a:t>
            </a:r>
          </a:p>
        </p:txBody>
      </p:sp>
    </p:spTree>
    <p:extLst>
      <p:ext uri="{BB962C8B-B14F-4D97-AF65-F5344CB8AC3E}">
        <p14:creationId xmlns:p14="http://schemas.microsoft.com/office/powerpoint/2010/main" val="360030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5C8A-B394-F886-2470-2C340FB4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Prepare Your Project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FF3B4-2E44-BC3B-12DA-16154C712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IN" dirty="0"/>
              <a:t>You need to create two text files on your computer to go alongside your .</a:t>
            </a:r>
            <a:r>
              <a:rPr lang="en-IN" dirty="0" err="1"/>
              <a:t>pkl</a:t>
            </a:r>
            <a:r>
              <a:rPr lang="en-IN" dirty="0"/>
              <a:t> model file.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16347-9E91-2C38-8A2D-62BB05F5E472}"/>
              </a:ext>
            </a:extLst>
          </p:cNvPr>
          <p:cNvSpPr txBox="1"/>
          <p:nvPr/>
        </p:nvSpPr>
        <p:spPr>
          <a:xfrm>
            <a:off x="960120" y="3072765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File 1: </a:t>
            </a:r>
            <a:r>
              <a:rPr lang="en-IN" sz="3200" b="1" u="sng" dirty="0">
                <a:solidFill>
                  <a:srgbClr val="FFC000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requirements.txt</a:t>
            </a:r>
          </a:p>
          <a:p>
            <a:r>
              <a:rPr lang="en-IN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IN" sz="3200" b="1" dirty="0" err="1">
                <a:latin typeface="Consolas" panose="020B0609020204030204" pitchFamily="49" charset="0"/>
              </a:rPr>
              <a:t>joblib</a:t>
            </a:r>
            <a:r>
              <a:rPr lang="en-IN" sz="3200" b="1" dirty="0">
                <a:latin typeface="Consolas" panose="020B0609020204030204" pitchFamily="49" charset="0"/>
              </a:rPr>
              <a:t> </a:t>
            </a:r>
          </a:p>
          <a:p>
            <a:r>
              <a:rPr lang="en-IN" sz="3200" b="1" dirty="0">
                <a:latin typeface="Consolas" panose="020B0609020204030204" pitchFamily="49" charset="0"/>
              </a:rPr>
              <a:t>scikit-learn==1.6.1 </a:t>
            </a:r>
          </a:p>
          <a:p>
            <a:r>
              <a:rPr lang="en-IN" sz="3200" b="1" dirty="0" err="1">
                <a:latin typeface="Consolas" panose="020B0609020204030204" pitchFamily="49" charset="0"/>
              </a:rPr>
              <a:t>gradio</a:t>
            </a:r>
            <a:endParaRPr lang="en-IN" sz="32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65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C295-0E20-D394-37EB-1AD4F6F4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192405"/>
            <a:ext cx="10988040" cy="894715"/>
          </a:xfrm>
        </p:spPr>
        <p:txBody>
          <a:bodyPr/>
          <a:lstStyle/>
          <a:p>
            <a:r>
              <a:rPr lang="en-US" dirty="0">
                <a:latin typeface="Cambi"/>
              </a:rPr>
              <a:t>File 2: </a:t>
            </a:r>
            <a:r>
              <a:rPr lang="en-US" b="1" dirty="0">
                <a:solidFill>
                  <a:srgbClr val="FFC000"/>
                </a:solidFill>
                <a:latin typeface="Consolas" panose="020B0609020204030204" pitchFamily="49" charset="0"/>
              </a:rPr>
              <a:t>app.py</a:t>
            </a:r>
            <a:endParaRPr lang="en-IN" b="1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84170-BB3D-6563-1C56-34816E94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920" y="1087120"/>
            <a:ext cx="11181080" cy="515429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import </a:t>
            </a:r>
            <a:r>
              <a:rPr lang="en-US" sz="1400" dirty="0" err="1">
                <a:latin typeface="Consolas" panose="020B0609020204030204" pitchFamily="49" charset="0"/>
              </a:rPr>
              <a:t>gradio</a:t>
            </a:r>
            <a:r>
              <a:rPr lang="en-US" sz="1400" dirty="0">
                <a:latin typeface="Consolas" panose="020B0609020204030204" pitchFamily="49" charset="0"/>
              </a:rPr>
              <a:t> as gr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import </a:t>
            </a:r>
            <a:r>
              <a:rPr lang="en-US" sz="1400" dirty="0" err="1">
                <a:latin typeface="Consolas" panose="020B0609020204030204" pitchFamily="49" charset="0"/>
              </a:rPr>
              <a:t>joblib</a:t>
            </a: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import spaces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# We load the model once when the app starts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 err="1">
                <a:latin typeface="Consolas" panose="020B0609020204030204" pitchFamily="49" charset="0"/>
              </a:rPr>
              <a:t>deployed_lr</a:t>
            </a:r>
            <a:r>
              <a:rPr lang="en-US" sz="1400" b="1" dirty="0"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latin typeface="Consolas" panose="020B0609020204030204" pitchFamily="49" charset="0"/>
              </a:rPr>
              <a:t>joblib.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load</a:t>
            </a:r>
            <a:r>
              <a:rPr lang="en-US" sz="1400" b="1" dirty="0"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'</a:t>
            </a:r>
            <a:r>
              <a:rPr lang="en-US" sz="14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my_first_ml_model.pkl</a:t>
            </a:r>
            <a:r>
              <a:rPr lang="en-US" sz="1400" b="1" dirty="0">
                <a:latin typeface="Consolas" panose="020B0609020204030204" pitchFamily="49" charset="0"/>
              </a:rPr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# --- ZERO-GPU DECORATOR AND PREDICTION LOGIC 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@spaces.GPU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def </a:t>
            </a:r>
            <a:r>
              <a:rPr lang="en-US" sz="1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predict_rent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size_of_prop</a:t>
            </a:r>
            <a:r>
              <a:rPr lang="en-US" sz="1400" dirty="0">
                <a:latin typeface="Consolas" panose="020B06090202040302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# The model expects a 2D array: [[size]]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prediction = </a:t>
            </a:r>
            <a:r>
              <a:rPr lang="en-US" sz="1400" dirty="0" err="1">
                <a:latin typeface="Consolas" panose="020B0609020204030204" pitchFamily="49" charset="0"/>
              </a:rPr>
              <a:t>deployed_lr.predict</a:t>
            </a:r>
            <a:r>
              <a:rPr lang="en-US" sz="1400" dirty="0">
                <a:latin typeface="Consolas" panose="020B0609020204030204" pitchFamily="49" charset="0"/>
              </a:rPr>
              <a:t>([[</a:t>
            </a:r>
            <a:r>
              <a:rPr lang="en-US" sz="1400" dirty="0" err="1">
                <a:latin typeface="Consolas" panose="020B0609020204030204" pitchFamily="49" charset="0"/>
              </a:rPr>
              <a:t>size_of_prop</a:t>
            </a:r>
            <a:r>
              <a:rPr lang="en-US" sz="1400" dirty="0">
                <a:latin typeface="Consolas" panose="020B0609020204030204" pitchFamily="49" charset="0"/>
              </a:rPr>
              <a:t>]])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# Extract the single prediction value and format it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return </a:t>
            </a:r>
            <a:r>
              <a:rPr lang="en-US" sz="1400" dirty="0" err="1">
                <a:latin typeface="Consolas" panose="020B0609020204030204" pitchFamily="49" charset="0"/>
              </a:rPr>
              <a:t>f"Estimated</a:t>
            </a:r>
            <a:r>
              <a:rPr lang="en-US" sz="1400" dirty="0">
                <a:latin typeface="Consolas" panose="020B0609020204030204" pitchFamily="49" charset="0"/>
              </a:rPr>
              <a:t> Rent: {prediction[0]:.2f}"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# Create the web interface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interface = </a:t>
            </a:r>
            <a:r>
              <a:rPr lang="en-US" sz="1400" dirty="0" err="1">
                <a:latin typeface="Consolas" panose="020B0609020204030204" pitchFamily="49" charset="0"/>
              </a:rPr>
              <a:t>gr.Interface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fn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predict_rent</a:t>
            </a:r>
            <a:r>
              <a:rPr lang="en-US" sz="14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inputs=</a:t>
            </a:r>
            <a:r>
              <a:rPr lang="en-US" sz="1400" dirty="0" err="1">
                <a:latin typeface="Consolas" panose="020B0609020204030204" pitchFamily="49" charset="0"/>
              </a:rPr>
              <a:t>gr.Number</a:t>
            </a:r>
            <a:r>
              <a:rPr lang="en-US" sz="1400" dirty="0">
                <a:latin typeface="Consolas" panose="020B0609020204030204" pitchFamily="49" charset="0"/>
              </a:rPr>
              <a:t>(label="Please Enter the Size of Your Property for rent"),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outputs=</a:t>
            </a:r>
            <a:r>
              <a:rPr lang="en-US" sz="1400" dirty="0" err="1">
                <a:latin typeface="Consolas" panose="020B0609020204030204" pitchFamily="49" charset="0"/>
              </a:rPr>
              <a:t>gr.Text</a:t>
            </a:r>
            <a:r>
              <a:rPr lang="en-US" sz="1400" dirty="0">
                <a:latin typeface="Consolas" panose="020B0609020204030204" pitchFamily="49" charset="0"/>
              </a:rPr>
              <a:t>(label="Predicted Rent"),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title="Property Rent Predictor",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description="Enter the property size to get a rent estimate powered by Machine Learning."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if __name__ == "__main__":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interface.launch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4763C-0077-09B0-6A38-1DFF186CE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922" y="517694"/>
            <a:ext cx="2808236" cy="266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31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9933-A6A9-9E81-21BE-05299F0D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File 3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: Upload</a:t>
            </a:r>
            <a:r>
              <a:rPr lang="en-US" dirty="0"/>
              <a:t> your .</a:t>
            </a:r>
            <a:r>
              <a:rPr lang="en-US" dirty="0" err="1"/>
              <a:t>pkl</a:t>
            </a:r>
            <a:r>
              <a:rPr lang="en-US" dirty="0"/>
              <a:t>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9FC7-F830-2B72-B1D7-0EEB7D0E3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1001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6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my_first_ml_model.pkl</a:t>
            </a:r>
            <a:endParaRPr lang="en-IN" sz="6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E3370-CCA4-A395-4DE9-114DCE2E9DCE}"/>
              </a:ext>
            </a:extLst>
          </p:cNvPr>
          <p:cNvSpPr txBox="1"/>
          <p:nvPr/>
        </p:nvSpPr>
        <p:spPr>
          <a:xfrm>
            <a:off x="5304581" y="2350184"/>
            <a:ext cx="15828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⬇️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818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2014E-607E-8AA2-7FFA-C3D95452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282415"/>
            <a:ext cx="10515600" cy="1325563"/>
          </a:xfrm>
        </p:spPr>
        <p:txBody>
          <a:bodyPr/>
          <a:lstStyle/>
          <a:p>
            <a:r>
              <a:rPr lang="en-IN" dirty="0"/>
              <a:t>Step 3: Upload and Deploy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7A43C-5D91-0D4E-56CA-19B14A6B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651316"/>
            <a:ext cx="1108964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3500" dirty="0"/>
              <a:t>On your newly created Hugging Face Space page, navigate to the </a:t>
            </a:r>
            <a:r>
              <a:rPr lang="en-IN" sz="3500" b="1" dirty="0">
                <a:latin typeface="Consolas" panose="020B0609020204030204" pitchFamily="49" charset="0"/>
              </a:rPr>
              <a:t>Files</a:t>
            </a:r>
            <a:r>
              <a:rPr lang="en-IN" sz="3500" dirty="0"/>
              <a:t> tab.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500" dirty="0"/>
              <a:t>Click </a:t>
            </a:r>
            <a:r>
              <a:rPr lang="en-IN" sz="3500" b="1" dirty="0">
                <a:latin typeface="Consolas" panose="020B0609020204030204" pitchFamily="49" charset="0"/>
              </a:rPr>
              <a:t>Add file</a:t>
            </a:r>
            <a:r>
              <a:rPr lang="en-IN" sz="3500" dirty="0">
                <a:latin typeface="Consolas" panose="020B0609020204030204" pitchFamily="49" charset="0"/>
              </a:rPr>
              <a:t> </a:t>
            </a:r>
            <a:r>
              <a:rPr lang="en-IN" sz="3500" dirty="0"/>
              <a:t>and then select </a:t>
            </a:r>
            <a:r>
              <a:rPr lang="en-IN" sz="3500" b="1" dirty="0">
                <a:latin typeface="Consolas" panose="020B0609020204030204" pitchFamily="49" charset="0"/>
              </a:rPr>
              <a:t>Upload files</a:t>
            </a:r>
            <a:r>
              <a:rPr lang="en-IN" sz="35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500" dirty="0"/>
              <a:t>Drag and drop all three of your files into the upload box: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5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my_first_ml_model.pkl</a:t>
            </a:r>
            <a:r>
              <a:rPr lang="en-IN" sz="3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IN" sz="2600" dirty="0"/>
              <a:t>(Your trained machine learning model)</a:t>
            </a:r>
            <a:endParaRPr lang="en-IN" sz="3500" dirty="0"/>
          </a:p>
          <a:p>
            <a:pPr marL="514350" indent="-514350">
              <a:buFont typeface="+mj-lt"/>
              <a:buAutoNum type="arabicPeriod"/>
            </a:pPr>
            <a:r>
              <a:rPr lang="en-IN" sz="3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requirements.txt </a:t>
            </a:r>
            <a:r>
              <a:rPr lang="en-IN" sz="2600" dirty="0"/>
              <a:t>(The dependencies file)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app.py </a:t>
            </a:r>
            <a:r>
              <a:rPr lang="en-IN" sz="2600" dirty="0"/>
              <a:t>(The application script)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500" dirty="0"/>
              <a:t>Add a quick commit message like "Initial deployment" and click </a:t>
            </a:r>
            <a:r>
              <a:rPr lang="en-IN" sz="3500" b="1" dirty="0">
                <a:latin typeface="Consolas" panose="020B0609020204030204" pitchFamily="49" charset="0"/>
              </a:rPr>
              <a:t>Commit changes to main</a:t>
            </a:r>
            <a:r>
              <a:rPr lang="en-IN" sz="3500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66E04-9C7C-7CF0-6BCC-686FBA9B7E1A}"/>
              </a:ext>
            </a:extLst>
          </p:cNvPr>
          <p:cNvSpPr txBox="1"/>
          <p:nvPr/>
        </p:nvSpPr>
        <p:spPr>
          <a:xfrm>
            <a:off x="142240" y="5322717"/>
            <a:ext cx="65887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0" i="0" dirty="0">
                <a:solidFill>
                  <a:srgbClr val="E4E2E3"/>
                </a:solidFill>
                <a:effectLst/>
                <a:latin typeface="Courier New" panose="02070309020205020404" pitchFamily="49" charset="0"/>
              </a:rPr>
              <a:t>🔥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410987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CA4CB4-21ED-30FB-1E6C-7902EF4E1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688" y="450968"/>
            <a:ext cx="1708624" cy="169874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826A7-7F04-94BE-1D2A-6146BBE2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303" y="2149716"/>
            <a:ext cx="10515600" cy="4216360"/>
          </a:xfrm>
        </p:spPr>
        <p:txBody>
          <a:bodyPr>
            <a:noAutofit/>
          </a:bodyPr>
          <a:lstStyle/>
          <a:p>
            <a:r>
              <a:rPr lang="en-IN" sz="4400" dirty="0"/>
              <a:t>Once committed, navigate to the </a:t>
            </a:r>
            <a:r>
              <a:rPr lang="en-IN" sz="4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App</a:t>
            </a:r>
            <a:r>
              <a:rPr lang="en-IN" sz="4400" dirty="0"/>
              <a:t> tab. You will see a "</a:t>
            </a:r>
            <a:r>
              <a:rPr lang="en-IN" sz="4400" dirty="0">
                <a:solidFill>
                  <a:srgbClr val="FFC000"/>
                </a:solidFill>
              </a:rPr>
              <a:t>Building</a:t>
            </a:r>
            <a:r>
              <a:rPr lang="en-IN" sz="4400" dirty="0"/>
              <a:t>" status as Hugging Face installs your requirements. </a:t>
            </a:r>
          </a:p>
          <a:p>
            <a:r>
              <a:rPr lang="en-IN" sz="4400" dirty="0"/>
              <a:t>Once the build is complete, your app will automatically transition to "Running" and your user interface will be </a:t>
            </a:r>
            <a:r>
              <a:rPr lang="en-IN" sz="4400" dirty="0">
                <a:solidFill>
                  <a:srgbClr val="FFC000"/>
                </a:solidFill>
              </a:rPr>
              <a:t>live</a:t>
            </a:r>
            <a:r>
              <a:rPr lang="en-IN" sz="4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3819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1A9D-FE5A-5D1B-2B88-B89946D4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85" y="365125"/>
            <a:ext cx="11239016" cy="1139583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hosted on Hugging Face ready to flex </a:t>
            </a:r>
            <a:br>
              <a:rPr lang="en-US" dirty="0"/>
            </a:br>
            <a:r>
              <a:rPr lang="en-US" dirty="0"/>
              <a:t>my first ML Project!!!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7C4BD5-3B4F-6BB2-6088-6F9436B97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339" y="1504708"/>
            <a:ext cx="9271321" cy="508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59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2F93-1CA0-4D01-83CC-984F0A3FE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2027" y="1553356"/>
            <a:ext cx="10515600" cy="1325563"/>
          </a:xfrm>
        </p:spPr>
        <p:txBody>
          <a:bodyPr>
            <a:noAutofit/>
          </a:bodyPr>
          <a:lstStyle/>
          <a:p>
            <a:r>
              <a:rPr lang="en-US" sz="9600" dirty="0"/>
              <a:t>Thank You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BB004-C376-A4DB-17CE-F830B1BFB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36" y="753251"/>
            <a:ext cx="3247663" cy="4351338"/>
          </a:xfrm>
        </p:spPr>
        <p:txBody>
          <a:bodyPr/>
          <a:lstStyle/>
          <a:p>
            <a:pPr marL="0" indent="0">
              <a:buNone/>
            </a:pPr>
            <a:r>
              <a:rPr lang="en-IN" sz="19900" dirty="0">
                <a:solidFill>
                  <a:srgbClr val="E4E2E3"/>
                </a:solidFill>
                <a:latin typeface="Courier New" panose="02070309020205020404" pitchFamily="49" charset="0"/>
              </a:rPr>
              <a:t>🤝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6D116-7575-F010-9F71-8B70050A4109}"/>
              </a:ext>
            </a:extLst>
          </p:cNvPr>
          <p:cNvSpPr txBox="1"/>
          <p:nvPr/>
        </p:nvSpPr>
        <p:spPr>
          <a:xfrm>
            <a:off x="752355" y="3520312"/>
            <a:ext cx="117598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0070C0"/>
                </a:solidFill>
              </a:rPr>
              <a:t>Check my live ML project </a:t>
            </a:r>
          </a:p>
          <a:p>
            <a:r>
              <a:rPr lang="en-IN" sz="2000" dirty="0">
                <a:solidFill>
                  <a:srgbClr val="0070C0"/>
                </a:solidFill>
              </a:rPr>
              <a:t>https://chandan001-rent-estimator.hf.space/?__theme=system&amp;deep_link=RoRhbMQ308Q</a:t>
            </a:r>
            <a:endParaRPr lang="en-IN" sz="1600" dirty="0">
              <a:solidFill>
                <a:srgbClr val="0070C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690CB2-F234-D815-78EA-8F867A6DE884}"/>
              </a:ext>
            </a:extLst>
          </p:cNvPr>
          <p:cNvGrpSpPr/>
          <p:nvPr/>
        </p:nvGrpSpPr>
        <p:grpSpPr>
          <a:xfrm>
            <a:off x="7127111" y="4781424"/>
            <a:ext cx="4085863" cy="523220"/>
            <a:chOff x="752355" y="6104749"/>
            <a:chExt cx="4085863" cy="52322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EF46D7-7211-FD78-F069-0E2ECB228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2355" y="6174153"/>
              <a:ext cx="388715" cy="38441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28153B-F6F6-97D6-A4A8-37AC76832DFE}"/>
                </a:ext>
              </a:extLst>
            </p:cNvPr>
            <p:cNvSpPr txBox="1"/>
            <p:nvPr/>
          </p:nvSpPr>
          <p:spPr>
            <a:xfrm>
              <a:off x="1099595" y="6104749"/>
              <a:ext cx="37386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_</a:t>
              </a:r>
              <a:r>
                <a:rPr lang="en-US" sz="2800" dirty="0" err="1"/>
                <a:t>chandan_saroj</a:t>
              </a:r>
              <a:endParaRPr lang="en-IN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BF00E3C-E8CA-D46C-D849-A4CABEE855BE}"/>
              </a:ext>
            </a:extLst>
          </p:cNvPr>
          <p:cNvSpPr txBox="1"/>
          <p:nvPr/>
        </p:nvSpPr>
        <p:spPr>
          <a:xfrm>
            <a:off x="1342663" y="4904534"/>
            <a:ext cx="7697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hlinkClick r:id="rId3"/>
              </a:rPr>
              <a:t>https://www.linkedin.com/in/chandan-saroj/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44E9E5-9855-01AE-E6E1-C0727492F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52" y="4748667"/>
            <a:ext cx="497711" cy="49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623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Cambi</vt:lpstr>
      <vt:lpstr>Cambria</vt:lpstr>
      <vt:lpstr>Consolas</vt:lpstr>
      <vt:lpstr>Courier New</vt:lpstr>
      <vt:lpstr>Office Theme</vt:lpstr>
      <vt:lpstr>Host my ML Model to Internet</vt:lpstr>
      <vt:lpstr>PowerPoint Presentation</vt:lpstr>
      <vt:lpstr>Step 1: Create Your Hugging Face Space</vt:lpstr>
      <vt:lpstr>Create space on huggingface</vt:lpstr>
      <vt:lpstr>Select Gradio, select public then Create Space</vt:lpstr>
      <vt:lpstr>Open your Newly Created Space </vt:lpstr>
      <vt:lpstr>Step 2: Prepare Your Project Files</vt:lpstr>
      <vt:lpstr>File 2: app.py</vt:lpstr>
      <vt:lpstr>File 3: Upload your .pkl file</vt:lpstr>
      <vt:lpstr>Step 3: Upload and Deploy</vt:lpstr>
      <vt:lpstr>PowerPoint Presentation</vt:lpstr>
      <vt:lpstr>model hosted on Hugging Face ready to flex  my first ML Project!!!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imjunior471@gmail.com</dc:creator>
  <cp:lastModifiedBy>imjunior471@gmail.com</cp:lastModifiedBy>
  <cp:revision>2</cp:revision>
  <dcterms:created xsi:type="dcterms:W3CDTF">2026-07-09T16:19:55Z</dcterms:created>
  <dcterms:modified xsi:type="dcterms:W3CDTF">2026-07-10T08:26:08Z</dcterms:modified>
</cp:coreProperties>
</file>